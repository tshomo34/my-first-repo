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28" r:id="rId4"/>
    <p:sldId id="275" r:id="rId5"/>
    <p:sldId id="273" r:id="rId6"/>
    <p:sldId id="276" r:id="rId7"/>
    <p:sldId id="277" r:id="rId8"/>
    <p:sldId id="303" r:id="rId9"/>
    <p:sldId id="329" r:id="rId10"/>
    <p:sldId id="330" r:id="rId11"/>
    <p:sldId id="342" r:id="rId12"/>
    <p:sldId id="278" r:id="rId13"/>
    <p:sldId id="343" r:id="rId14"/>
    <p:sldId id="334" r:id="rId15"/>
    <p:sldId id="335" r:id="rId16"/>
    <p:sldId id="336" r:id="rId17"/>
    <p:sldId id="331" r:id="rId18"/>
    <p:sldId id="280" r:id="rId19"/>
    <p:sldId id="281" r:id="rId20"/>
    <p:sldId id="337" r:id="rId21"/>
    <p:sldId id="338" r:id="rId22"/>
    <p:sldId id="339" r:id="rId23"/>
    <p:sldId id="333" r:id="rId24"/>
    <p:sldId id="282" r:id="rId25"/>
    <p:sldId id="283" r:id="rId26"/>
    <p:sldId id="340" r:id="rId27"/>
    <p:sldId id="341" r:id="rId28"/>
    <p:sldId id="344" r:id="rId29"/>
    <p:sldId id="33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A19A2-9172-4183-8360-79B02CD4341C}" v="2" dt="2026-04-12T15:21:37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28" autoAdjust="0"/>
  </p:normalViewPr>
  <p:slideViewPr>
    <p:cSldViewPr snapToGrid="0">
      <p:cViewPr varScale="1">
        <p:scale>
          <a:sx n="65" d="100"/>
          <a:sy n="65" d="100"/>
        </p:scale>
        <p:origin x="7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chen Tshomo" userId="4be4261e34b7bc52" providerId="LiveId" clId="{0B04BD2B-F401-4577-9F8C-6D9A4831F874}"/>
    <pc:docChg chg="undo redo custSel addSld delSld modSld">
      <pc:chgData name="Dechen Tshomo" userId="4be4261e34b7bc52" providerId="LiveId" clId="{0B04BD2B-F401-4577-9F8C-6D9A4831F874}" dt="2026-04-12T15:21:47.230" v="2005" actId="20577"/>
      <pc:docMkLst>
        <pc:docMk/>
      </pc:docMkLst>
      <pc:sldChg chg="modSp mod">
        <pc:chgData name="Dechen Tshomo" userId="4be4261e34b7bc52" providerId="LiveId" clId="{0B04BD2B-F401-4577-9F8C-6D9A4831F874}" dt="2026-04-11T05:47:46.007" v="1987" actId="1036"/>
        <pc:sldMkLst>
          <pc:docMk/>
          <pc:sldMk cId="1219320288" sldId="257"/>
        </pc:sldMkLst>
        <pc:spChg chg="mod">
          <ac:chgData name="Dechen Tshomo" userId="4be4261e34b7bc52" providerId="LiveId" clId="{0B04BD2B-F401-4577-9F8C-6D9A4831F874}" dt="2026-04-11T05:47:46.007" v="1987" actId="1036"/>
          <ac:spMkLst>
            <pc:docMk/>
            <pc:sldMk cId="1219320288" sldId="257"/>
            <ac:spMk id="5" creationId="{D18DA3AB-CC95-8021-B15E-109AA3C73914}"/>
          </ac:spMkLst>
        </pc:spChg>
      </pc:sldChg>
      <pc:sldChg chg="modSp mod">
        <pc:chgData name="Dechen Tshomo" userId="4be4261e34b7bc52" providerId="LiveId" clId="{0B04BD2B-F401-4577-9F8C-6D9A4831F874}" dt="2026-04-07T05:20:37.580" v="1940" actId="14100"/>
        <pc:sldMkLst>
          <pc:docMk/>
          <pc:sldMk cId="3801018181" sldId="258"/>
        </pc:sldMkLst>
        <pc:spChg chg="mod">
          <ac:chgData name="Dechen Tshomo" userId="4be4261e34b7bc52" providerId="LiveId" clId="{0B04BD2B-F401-4577-9F8C-6D9A4831F874}" dt="2026-04-07T04:51:39.014" v="1747" actId="1076"/>
          <ac:spMkLst>
            <pc:docMk/>
            <pc:sldMk cId="3801018181" sldId="258"/>
            <ac:spMk id="13" creationId="{2E0FEEC6-9BDE-B494-1B24-69401CADA1A1}"/>
          </ac:spMkLst>
        </pc:spChg>
        <pc:grpChg chg="mod">
          <ac:chgData name="Dechen Tshomo" userId="4be4261e34b7bc52" providerId="LiveId" clId="{0B04BD2B-F401-4577-9F8C-6D9A4831F874}" dt="2026-04-07T05:20:37.580" v="1940" actId="14100"/>
          <ac:grpSpMkLst>
            <pc:docMk/>
            <pc:sldMk cId="3801018181" sldId="258"/>
            <ac:grpSpMk id="9" creationId="{00000000-0000-0000-0000-000000000000}"/>
          </ac:grpSpMkLst>
        </pc:grpChg>
      </pc:sldChg>
      <pc:sldChg chg="modSp mod">
        <pc:chgData name="Dechen Tshomo" userId="4be4261e34b7bc52" providerId="LiveId" clId="{0B04BD2B-F401-4577-9F8C-6D9A4831F874}" dt="2026-04-05T15:48:04.651" v="0" actId="1076"/>
        <pc:sldMkLst>
          <pc:docMk/>
          <pc:sldMk cId="153826803" sldId="273"/>
        </pc:sldMkLst>
        <pc:graphicFrameChg chg="mod">
          <ac:chgData name="Dechen Tshomo" userId="4be4261e34b7bc52" providerId="LiveId" clId="{0B04BD2B-F401-4577-9F8C-6D9A4831F874}" dt="2026-04-05T15:48:04.651" v="0" actId="1076"/>
          <ac:graphicFrameMkLst>
            <pc:docMk/>
            <pc:sldMk cId="153826803" sldId="273"/>
            <ac:graphicFrameMk id="12" creationId="{1B6245BC-4A59-E436-8332-3517C8C950E9}"/>
          </ac:graphicFrameMkLst>
        </pc:graphicFrameChg>
      </pc:sldChg>
      <pc:sldChg chg="addSp delSp modSp mod">
        <pc:chgData name="Dechen Tshomo" userId="4be4261e34b7bc52" providerId="LiveId" clId="{0B04BD2B-F401-4577-9F8C-6D9A4831F874}" dt="2026-04-07T05:21:06.615" v="1944" actId="1076"/>
        <pc:sldMkLst>
          <pc:docMk/>
          <pc:sldMk cId="49240562" sldId="275"/>
        </pc:sldMkLst>
        <pc:spChg chg="mod">
          <ac:chgData name="Dechen Tshomo" userId="4be4261e34b7bc52" providerId="LiveId" clId="{0B04BD2B-F401-4577-9F8C-6D9A4831F874}" dt="2026-04-07T05:21:06.615" v="1944" actId="1076"/>
          <ac:spMkLst>
            <pc:docMk/>
            <pc:sldMk cId="49240562" sldId="275"/>
            <ac:spMk id="3" creationId="{00000000-0000-0000-0000-000000000000}"/>
          </ac:spMkLst>
        </pc:spChg>
        <pc:graphicFrameChg chg="mod modGraphic">
          <ac:chgData name="Dechen Tshomo" userId="4be4261e34b7bc52" providerId="LiveId" clId="{0B04BD2B-F401-4577-9F8C-6D9A4831F874}" dt="2026-04-07T05:21:02.784" v="1943" actId="1076"/>
          <ac:graphicFrameMkLst>
            <pc:docMk/>
            <pc:sldMk cId="49240562" sldId="275"/>
            <ac:graphicFrameMk id="4" creationId="{00000000-0000-0000-0000-000000000000}"/>
          </ac:graphicFrameMkLst>
        </pc:graphicFrameChg>
      </pc:sldChg>
      <pc:sldChg chg="modSp mod">
        <pc:chgData name="Dechen Tshomo" userId="4be4261e34b7bc52" providerId="LiveId" clId="{0B04BD2B-F401-4577-9F8C-6D9A4831F874}" dt="2026-04-07T05:27:42.773" v="1955" actId="1076"/>
        <pc:sldMkLst>
          <pc:docMk/>
          <pc:sldMk cId="4291991960" sldId="276"/>
        </pc:sldMkLst>
        <pc:spChg chg="mod">
          <ac:chgData name="Dechen Tshomo" userId="4be4261e34b7bc52" providerId="LiveId" clId="{0B04BD2B-F401-4577-9F8C-6D9A4831F874}" dt="2026-04-07T05:27:34.109" v="1953" actId="1076"/>
          <ac:spMkLst>
            <pc:docMk/>
            <pc:sldMk cId="4291991960" sldId="276"/>
            <ac:spMk id="2" creationId="{00000000-0000-0000-0000-000000000000}"/>
          </ac:spMkLst>
        </pc:spChg>
        <pc:spChg chg="mod">
          <ac:chgData name="Dechen Tshomo" userId="4be4261e34b7bc52" providerId="LiveId" clId="{0B04BD2B-F401-4577-9F8C-6D9A4831F874}" dt="2026-04-07T05:27:42.773" v="1955" actId="1076"/>
          <ac:spMkLst>
            <pc:docMk/>
            <pc:sldMk cId="4291991960" sldId="276"/>
            <ac:spMk id="3" creationId="{00000000-0000-0000-0000-000000000000}"/>
          </ac:spMkLst>
        </pc:spChg>
      </pc:sldChg>
      <pc:sldChg chg="modSp mod">
        <pc:chgData name="Dechen Tshomo" userId="4be4261e34b7bc52" providerId="LiveId" clId="{0B04BD2B-F401-4577-9F8C-6D9A4831F874}" dt="2026-04-06T07:39:52.991" v="1508" actId="1076"/>
        <pc:sldMkLst>
          <pc:docMk/>
          <pc:sldMk cId="3135057358" sldId="277"/>
        </pc:sldMkLst>
        <pc:spChg chg="mod">
          <ac:chgData name="Dechen Tshomo" userId="4be4261e34b7bc52" providerId="LiveId" clId="{0B04BD2B-F401-4577-9F8C-6D9A4831F874}" dt="2026-04-06T07:39:52.991" v="1508" actId="1076"/>
          <ac:spMkLst>
            <pc:docMk/>
            <pc:sldMk cId="3135057358" sldId="277"/>
            <ac:spMk id="3" creationId="{00000000-0000-0000-0000-000000000000}"/>
          </ac:spMkLst>
        </pc:spChg>
      </pc:sldChg>
      <pc:sldChg chg="addSp delSp modSp mod">
        <pc:chgData name="Dechen Tshomo" userId="4be4261e34b7bc52" providerId="LiveId" clId="{0B04BD2B-F401-4577-9F8C-6D9A4831F874}" dt="2026-04-07T05:13:56.888" v="1855" actId="14100"/>
        <pc:sldMkLst>
          <pc:docMk/>
          <pc:sldMk cId="2302815147" sldId="278"/>
        </pc:sldMkLst>
        <pc:spChg chg="mod">
          <ac:chgData name="Dechen Tshomo" userId="4be4261e34b7bc52" providerId="LiveId" clId="{0B04BD2B-F401-4577-9F8C-6D9A4831F874}" dt="2026-04-07T05:06:23.314" v="1825" actId="403"/>
          <ac:spMkLst>
            <pc:docMk/>
            <pc:sldMk cId="2302815147" sldId="278"/>
            <ac:spMk id="3" creationId="{00000000-0000-0000-0000-000000000000}"/>
          </ac:spMkLst>
        </pc:spChg>
        <pc:graphicFrameChg chg="mod modGraphic">
          <ac:chgData name="Dechen Tshomo" userId="4be4261e34b7bc52" providerId="LiveId" clId="{0B04BD2B-F401-4577-9F8C-6D9A4831F874}" dt="2026-04-07T05:13:56.888" v="1855" actId="14100"/>
          <ac:graphicFrameMkLst>
            <pc:docMk/>
            <pc:sldMk cId="2302815147" sldId="278"/>
            <ac:graphicFrameMk id="4" creationId="{00000000-0000-0000-0000-000000000000}"/>
          </ac:graphicFrameMkLst>
        </pc:graphicFrameChg>
      </pc:sldChg>
      <pc:sldChg chg="addSp delSp modSp mod">
        <pc:chgData name="Dechen Tshomo" userId="4be4261e34b7bc52" providerId="LiveId" clId="{0B04BD2B-F401-4577-9F8C-6D9A4831F874}" dt="2026-04-07T05:07:44.033" v="1830" actId="1076"/>
        <pc:sldMkLst>
          <pc:docMk/>
          <pc:sldMk cId="666728104" sldId="280"/>
        </pc:sldMkLst>
        <pc:spChg chg="mod">
          <ac:chgData name="Dechen Tshomo" userId="4be4261e34b7bc52" providerId="LiveId" clId="{0B04BD2B-F401-4577-9F8C-6D9A4831F874}" dt="2026-04-07T05:07:41.150" v="1829" actId="1076"/>
          <ac:spMkLst>
            <pc:docMk/>
            <pc:sldMk cId="666728104" sldId="280"/>
            <ac:spMk id="3" creationId="{00000000-0000-0000-0000-000000000000}"/>
          </ac:spMkLst>
        </pc:spChg>
        <pc:graphicFrameChg chg="mod modGraphic">
          <ac:chgData name="Dechen Tshomo" userId="4be4261e34b7bc52" providerId="LiveId" clId="{0B04BD2B-F401-4577-9F8C-6D9A4831F874}" dt="2026-04-07T05:07:44.033" v="1830" actId="1076"/>
          <ac:graphicFrameMkLst>
            <pc:docMk/>
            <pc:sldMk cId="666728104" sldId="280"/>
            <ac:graphicFrameMk id="4" creationId="{00000000-0000-0000-0000-000000000000}"/>
          </ac:graphicFrameMkLst>
        </pc:graphicFrameChg>
      </pc:sldChg>
      <pc:sldChg chg="addSp delSp modSp mod">
        <pc:chgData name="Dechen Tshomo" userId="4be4261e34b7bc52" providerId="LiveId" clId="{0B04BD2B-F401-4577-9F8C-6D9A4831F874}" dt="2026-04-12T15:18:36.458" v="1989"/>
        <pc:sldMkLst>
          <pc:docMk/>
          <pc:sldMk cId="1192440227" sldId="281"/>
        </pc:sldMkLst>
        <pc:spChg chg="mod">
          <ac:chgData name="Dechen Tshomo" userId="4be4261e34b7bc52" providerId="LiveId" clId="{0B04BD2B-F401-4577-9F8C-6D9A4831F874}" dt="2026-04-07T05:16:29.475" v="1923" actId="404"/>
          <ac:spMkLst>
            <pc:docMk/>
            <pc:sldMk cId="1192440227" sldId="281"/>
            <ac:spMk id="2" creationId="{00000000-0000-0000-0000-000000000000}"/>
          </ac:spMkLst>
        </pc:spChg>
        <pc:spChg chg="mod">
          <ac:chgData name="Dechen Tshomo" userId="4be4261e34b7bc52" providerId="LiveId" clId="{0B04BD2B-F401-4577-9F8C-6D9A4831F874}" dt="2026-04-12T15:18:36.458" v="1989"/>
          <ac:spMkLst>
            <pc:docMk/>
            <pc:sldMk cId="1192440227" sldId="281"/>
            <ac:spMk id="3" creationId="{00000000-0000-0000-0000-000000000000}"/>
          </ac:spMkLst>
        </pc:spChg>
        <pc:graphicFrameChg chg="add mod modGraphic">
          <ac:chgData name="Dechen Tshomo" userId="4be4261e34b7bc52" providerId="LiveId" clId="{0B04BD2B-F401-4577-9F8C-6D9A4831F874}" dt="2026-04-07T05:17:00.459" v="1933" actId="1076"/>
          <ac:graphicFrameMkLst>
            <pc:docMk/>
            <pc:sldMk cId="1192440227" sldId="281"/>
            <ac:graphicFrameMk id="5" creationId="{100FDCB1-A282-BB16-1053-548C0414224B}"/>
          </ac:graphicFrameMkLst>
        </pc:graphicFrameChg>
      </pc:sldChg>
      <pc:sldChg chg="addSp delSp modSp mod">
        <pc:chgData name="Dechen Tshomo" userId="4be4261e34b7bc52" providerId="LiveId" clId="{0B04BD2B-F401-4577-9F8C-6D9A4831F874}" dt="2026-04-08T04:40:09.489" v="1959" actId="1036"/>
        <pc:sldMkLst>
          <pc:docMk/>
          <pc:sldMk cId="4150464761" sldId="282"/>
        </pc:sldMkLst>
        <pc:spChg chg="mod">
          <ac:chgData name="Dechen Tshomo" userId="4be4261e34b7bc52" providerId="LiveId" clId="{0B04BD2B-F401-4577-9F8C-6D9A4831F874}" dt="2026-04-07T05:13:41.209" v="1854" actId="403"/>
          <ac:spMkLst>
            <pc:docMk/>
            <pc:sldMk cId="4150464761" sldId="282"/>
            <ac:spMk id="3" creationId="{00000000-0000-0000-0000-000000000000}"/>
          </ac:spMkLst>
        </pc:spChg>
        <pc:graphicFrameChg chg="mod modGraphic">
          <ac:chgData name="Dechen Tshomo" userId="4be4261e34b7bc52" providerId="LiveId" clId="{0B04BD2B-F401-4577-9F8C-6D9A4831F874}" dt="2026-04-08T04:40:09.489" v="1959" actId="1036"/>
          <ac:graphicFrameMkLst>
            <pc:docMk/>
            <pc:sldMk cId="4150464761" sldId="282"/>
            <ac:graphicFrameMk id="4" creationId="{00000000-0000-0000-0000-000000000000}"/>
          </ac:graphicFrameMkLst>
        </pc:graphicFrameChg>
      </pc:sldChg>
      <pc:sldChg chg="addSp delSp modSp mod">
        <pc:chgData name="Dechen Tshomo" userId="4be4261e34b7bc52" providerId="LiveId" clId="{0B04BD2B-F401-4577-9F8C-6D9A4831F874}" dt="2026-04-08T04:48:01.786" v="1986" actId="1076"/>
        <pc:sldMkLst>
          <pc:docMk/>
          <pc:sldMk cId="3906696547" sldId="283"/>
        </pc:sldMkLst>
        <pc:spChg chg="mod">
          <ac:chgData name="Dechen Tshomo" userId="4be4261e34b7bc52" providerId="LiveId" clId="{0B04BD2B-F401-4577-9F8C-6D9A4831F874}" dt="2026-04-07T05:15:26.296" v="1909" actId="20577"/>
          <ac:spMkLst>
            <pc:docMk/>
            <pc:sldMk cId="3906696547" sldId="283"/>
            <ac:spMk id="2" creationId="{00000000-0000-0000-0000-000000000000}"/>
          </ac:spMkLst>
        </pc:spChg>
        <pc:spChg chg="mod">
          <ac:chgData name="Dechen Tshomo" userId="4be4261e34b7bc52" providerId="LiveId" clId="{0B04BD2B-F401-4577-9F8C-6D9A4831F874}" dt="2026-04-08T04:46:08.803" v="1985" actId="1076"/>
          <ac:spMkLst>
            <pc:docMk/>
            <pc:sldMk cId="3906696547" sldId="283"/>
            <ac:spMk id="3" creationId="{00000000-0000-0000-0000-000000000000}"/>
          </ac:spMkLst>
        </pc:spChg>
        <pc:graphicFrameChg chg="add mod modGraphic">
          <ac:chgData name="Dechen Tshomo" userId="4be4261e34b7bc52" providerId="LiveId" clId="{0B04BD2B-F401-4577-9F8C-6D9A4831F874}" dt="2026-04-08T04:48:01.786" v="1986" actId="1076"/>
          <ac:graphicFrameMkLst>
            <pc:docMk/>
            <pc:sldMk cId="3906696547" sldId="283"/>
            <ac:graphicFrameMk id="4" creationId="{70433442-7EF7-56F8-3C5C-5D7C2AE505B3}"/>
          </ac:graphicFrameMkLst>
        </pc:graphicFrameChg>
      </pc:sldChg>
      <pc:sldChg chg="modSp mod">
        <pc:chgData name="Dechen Tshomo" userId="4be4261e34b7bc52" providerId="LiveId" clId="{0B04BD2B-F401-4577-9F8C-6D9A4831F874}" dt="2026-04-05T16:40:25.792" v="449" actId="20577"/>
        <pc:sldMkLst>
          <pc:docMk/>
          <pc:sldMk cId="213379624" sldId="330"/>
        </pc:sldMkLst>
        <pc:spChg chg="mod">
          <ac:chgData name="Dechen Tshomo" userId="4be4261e34b7bc52" providerId="LiveId" clId="{0B04BD2B-F401-4577-9F8C-6D9A4831F874}" dt="2026-04-05T16:40:25.792" v="449" actId="20577"/>
          <ac:spMkLst>
            <pc:docMk/>
            <pc:sldMk cId="213379624" sldId="330"/>
            <ac:spMk id="2" creationId="{248887F5-88A9-BB94-54CD-C3530F5D86E4}"/>
          </ac:spMkLst>
        </pc:spChg>
      </pc:sldChg>
      <pc:sldChg chg="modSp new mod">
        <pc:chgData name="Dechen Tshomo" userId="4be4261e34b7bc52" providerId="LiveId" clId="{0B04BD2B-F401-4577-9F8C-6D9A4831F874}" dt="2026-04-12T15:17:02.020" v="1988" actId="20577"/>
        <pc:sldMkLst>
          <pc:docMk/>
          <pc:sldMk cId="3414151336" sldId="334"/>
        </pc:sldMkLst>
        <pc:spChg chg="mod">
          <ac:chgData name="Dechen Tshomo" userId="4be4261e34b7bc52" providerId="LiveId" clId="{0B04BD2B-F401-4577-9F8C-6D9A4831F874}" dt="2026-04-05T15:48:37.409" v="10" actId="1076"/>
          <ac:spMkLst>
            <pc:docMk/>
            <pc:sldMk cId="3414151336" sldId="334"/>
            <ac:spMk id="2" creationId="{9B6F0BEF-C005-601D-74C6-E79D06713B65}"/>
          </ac:spMkLst>
        </pc:spChg>
        <pc:spChg chg="mod">
          <ac:chgData name="Dechen Tshomo" userId="4be4261e34b7bc52" providerId="LiveId" clId="{0B04BD2B-F401-4577-9F8C-6D9A4831F874}" dt="2026-04-12T15:17:02.020" v="1988" actId="20577"/>
          <ac:spMkLst>
            <pc:docMk/>
            <pc:sldMk cId="3414151336" sldId="334"/>
            <ac:spMk id="3" creationId="{67620FE3-67F7-9280-7395-81BF5BCCFC9F}"/>
          </ac:spMkLst>
        </pc:spChg>
      </pc:sldChg>
      <pc:sldChg chg="addSp delSp modSp new mod">
        <pc:chgData name="Dechen Tshomo" userId="4be4261e34b7bc52" providerId="LiveId" clId="{0B04BD2B-F401-4577-9F8C-6D9A4831F874}" dt="2026-04-07T05:21:28.182" v="1945" actId="1076"/>
        <pc:sldMkLst>
          <pc:docMk/>
          <pc:sldMk cId="2744424617" sldId="335"/>
        </pc:sldMkLst>
        <pc:spChg chg="mod">
          <ac:chgData name="Dechen Tshomo" userId="4be4261e34b7bc52" providerId="LiveId" clId="{0B04BD2B-F401-4577-9F8C-6D9A4831F874}" dt="2026-04-05T16:24:53.479" v="388" actId="404"/>
          <ac:spMkLst>
            <pc:docMk/>
            <pc:sldMk cId="2744424617" sldId="335"/>
            <ac:spMk id="2" creationId="{7F94051D-AC49-D10C-8B27-C24A03A447A9}"/>
          </ac:spMkLst>
        </pc:spChg>
        <pc:spChg chg="add del mod">
          <ac:chgData name="Dechen Tshomo" userId="4be4261e34b7bc52" providerId="LiveId" clId="{0B04BD2B-F401-4577-9F8C-6D9A4831F874}" dt="2026-04-07T05:21:28.182" v="1945" actId="1076"/>
          <ac:spMkLst>
            <pc:docMk/>
            <pc:sldMk cId="2744424617" sldId="335"/>
            <ac:spMk id="3" creationId="{0821670E-6F79-705B-8395-65F06F5A9377}"/>
          </ac:spMkLst>
        </pc:spChg>
      </pc:sldChg>
      <pc:sldChg chg="delSp modSp add mod">
        <pc:chgData name="Dechen Tshomo" userId="4be4261e34b7bc52" providerId="LiveId" clId="{0B04BD2B-F401-4577-9F8C-6D9A4831F874}" dt="2026-04-07T05:28:39.838" v="1958" actId="1076"/>
        <pc:sldMkLst>
          <pc:docMk/>
          <pc:sldMk cId="1601764004" sldId="336"/>
        </pc:sldMkLst>
        <pc:spChg chg="mod">
          <ac:chgData name="Dechen Tshomo" userId="4be4261e34b7bc52" providerId="LiveId" clId="{0B04BD2B-F401-4577-9F8C-6D9A4831F874}" dt="2026-04-07T05:28:39.838" v="1958" actId="1076"/>
          <ac:spMkLst>
            <pc:docMk/>
            <pc:sldMk cId="1601764004" sldId="336"/>
            <ac:spMk id="3" creationId="{2F3925BE-B988-D082-5767-4809A8F116D3}"/>
          </ac:spMkLst>
        </pc:spChg>
      </pc:sldChg>
      <pc:sldChg chg="addSp delSp modSp add mod">
        <pc:chgData name="Dechen Tshomo" userId="4be4261e34b7bc52" providerId="LiveId" clId="{0B04BD2B-F401-4577-9F8C-6D9A4831F874}" dt="2026-04-12T15:21:47.230" v="2005" actId="20577"/>
        <pc:sldMkLst>
          <pc:docMk/>
          <pc:sldMk cId="3743079530" sldId="337"/>
        </pc:sldMkLst>
        <pc:spChg chg="mod">
          <ac:chgData name="Dechen Tshomo" userId="4be4261e34b7bc52" providerId="LiveId" clId="{0B04BD2B-F401-4577-9F8C-6D9A4831F874}" dt="2026-04-05T16:05:21.186" v="141" actId="20577"/>
          <ac:spMkLst>
            <pc:docMk/>
            <pc:sldMk cId="3743079530" sldId="337"/>
            <ac:spMk id="2" creationId="{2040A0C8-DFB0-1E1F-3475-D131C16FCA10}"/>
          </ac:spMkLst>
        </pc:spChg>
        <pc:spChg chg="mod">
          <ac:chgData name="Dechen Tshomo" userId="4be4261e34b7bc52" providerId="LiveId" clId="{0B04BD2B-F401-4577-9F8C-6D9A4831F874}" dt="2026-04-12T15:21:47.230" v="2005" actId="20577"/>
          <ac:spMkLst>
            <pc:docMk/>
            <pc:sldMk cId="3743079530" sldId="337"/>
            <ac:spMk id="3" creationId="{42DE7238-B09C-18DD-C405-969FB37C4275}"/>
          </ac:spMkLst>
        </pc:spChg>
      </pc:sldChg>
      <pc:sldChg chg="modSp new mod">
        <pc:chgData name="Dechen Tshomo" userId="4be4261e34b7bc52" providerId="LiveId" clId="{0B04BD2B-F401-4577-9F8C-6D9A4831F874}" dt="2026-04-05T18:05:06.445" v="1050" actId="1076"/>
        <pc:sldMkLst>
          <pc:docMk/>
          <pc:sldMk cId="2860394351" sldId="338"/>
        </pc:sldMkLst>
        <pc:spChg chg="mod">
          <ac:chgData name="Dechen Tshomo" userId="4be4261e34b7bc52" providerId="LiveId" clId="{0B04BD2B-F401-4577-9F8C-6D9A4831F874}" dt="2026-04-05T16:18:43.776" v="304" actId="1076"/>
          <ac:spMkLst>
            <pc:docMk/>
            <pc:sldMk cId="2860394351" sldId="338"/>
            <ac:spMk id="2" creationId="{69732227-3C7F-EA00-8F18-ADCBF0F4D663}"/>
          </ac:spMkLst>
        </pc:spChg>
        <pc:spChg chg="mod">
          <ac:chgData name="Dechen Tshomo" userId="4be4261e34b7bc52" providerId="LiveId" clId="{0B04BD2B-F401-4577-9F8C-6D9A4831F874}" dt="2026-04-05T18:05:06.445" v="1050" actId="1076"/>
          <ac:spMkLst>
            <pc:docMk/>
            <pc:sldMk cId="2860394351" sldId="338"/>
            <ac:spMk id="3" creationId="{47D40611-2C15-1743-8160-F3AEE85477FA}"/>
          </ac:spMkLst>
        </pc:spChg>
      </pc:sldChg>
      <pc:sldChg chg="delSp modSp new mod">
        <pc:chgData name="Dechen Tshomo" userId="4be4261e34b7bc52" providerId="LiveId" clId="{0B04BD2B-F401-4577-9F8C-6D9A4831F874}" dt="2026-04-05T16:18:35.300" v="303" actId="14100"/>
        <pc:sldMkLst>
          <pc:docMk/>
          <pc:sldMk cId="3867204820" sldId="339"/>
        </pc:sldMkLst>
        <pc:spChg chg="mod">
          <ac:chgData name="Dechen Tshomo" userId="4be4261e34b7bc52" providerId="LiveId" clId="{0B04BD2B-F401-4577-9F8C-6D9A4831F874}" dt="2026-04-05T16:18:35.300" v="303" actId="14100"/>
          <ac:spMkLst>
            <pc:docMk/>
            <pc:sldMk cId="3867204820" sldId="339"/>
            <ac:spMk id="3" creationId="{18E26EDE-B037-0627-02D3-9E17E4893734}"/>
          </ac:spMkLst>
        </pc:spChg>
      </pc:sldChg>
      <pc:sldChg chg="delSp modSp add mod">
        <pc:chgData name="Dechen Tshomo" userId="4be4261e34b7bc52" providerId="LiveId" clId="{0B04BD2B-F401-4577-9F8C-6D9A4831F874}" dt="2026-04-06T08:05:10.830" v="1698" actId="1076"/>
        <pc:sldMkLst>
          <pc:docMk/>
          <pc:sldMk cId="1003326416" sldId="340"/>
        </pc:sldMkLst>
        <pc:spChg chg="mod">
          <ac:chgData name="Dechen Tshomo" userId="4be4261e34b7bc52" providerId="LiveId" clId="{0B04BD2B-F401-4577-9F8C-6D9A4831F874}" dt="2026-04-05T16:22:12.853" v="329" actId="20577"/>
          <ac:spMkLst>
            <pc:docMk/>
            <pc:sldMk cId="1003326416" sldId="340"/>
            <ac:spMk id="2" creationId="{35411097-73FB-37F7-7C01-83FA1B33987D}"/>
          </ac:spMkLst>
        </pc:spChg>
        <pc:spChg chg="mod">
          <ac:chgData name="Dechen Tshomo" userId="4be4261e34b7bc52" providerId="LiveId" clId="{0B04BD2B-F401-4577-9F8C-6D9A4831F874}" dt="2026-04-06T08:05:10.830" v="1698" actId="1076"/>
          <ac:spMkLst>
            <pc:docMk/>
            <pc:sldMk cId="1003326416" sldId="340"/>
            <ac:spMk id="3" creationId="{9ABE63F1-4A62-D532-C51F-F869D019E08A}"/>
          </ac:spMkLst>
        </pc:spChg>
      </pc:sldChg>
      <pc:sldChg chg="modSp add mod">
        <pc:chgData name="Dechen Tshomo" userId="4be4261e34b7bc52" providerId="LiveId" clId="{0B04BD2B-F401-4577-9F8C-6D9A4831F874}" dt="2026-04-05T18:34:00.578" v="1275" actId="20577"/>
        <pc:sldMkLst>
          <pc:docMk/>
          <pc:sldMk cId="1528289237" sldId="341"/>
        </pc:sldMkLst>
        <pc:spChg chg="mod">
          <ac:chgData name="Dechen Tshomo" userId="4be4261e34b7bc52" providerId="LiveId" clId="{0B04BD2B-F401-4577-9F8C-6D9A4831F874}" dt="2026-04-05T16:23:51.811" v="384" actId="20577"/>
          <ac:spMkLst>
            <pc:docMk/>
            <pc:sldMk cId="1528289237" sldId="341"/>
            <ac:spMk id="2" creationId="{F4669A8B-D761-2E85-AD6A-941F4EEE0049}"/>
          </ac:spMkLst>
        </pc:spChg>
        <pc:spChg chg="mod">
          <ac:chgData name="Dechen Tshomo" userId="4be4261e34b7bc52" providerId="LiveId" clId="{0B04BD2B-F401-4577-9F8C-6D9A4831F874}" dt="2026-04-05T18:34:00.578" v="1275" actId="20577"/>
          <ac:spMkLst>
            <pc:docMk/>
            <pc:sldMk cId="1528289237" sldId="341"/>
            <ac:spMk id="3" creationId="{9CFFE3F0-7894-447A-FFF4-CF22053F31C7}"/>
          </ac:spMkLst>
        </pc:spChg>
      </pc:sldChg>
      <pc:sldChg chg="add">
        <pc:chgData name="Dechen Tshomo" userId="4be4261e34b7bc52" providerId="LiveId" clId="{0B04BD2B-F401-4577-9F8C-6D9A4831F874}" dt="2026-04-05T16:39:35.802" v="393" actId="2890"/>
        <pc:sldMkLst>
          <pc:docMk/>
          <pc:sldMk cId="248038768" sldId="342"/>
        </pc:sldMkLst>
      </pc:sldChg>
      <pc:sldChg chg="addSp delSp modSp add mod">
        <pc:chgData name="Dechen Tshomo" userId="4be4261e34b7bc52" providerId="LiveId" clId="{0B04BD2B-F401-4577-9F8C-6D9A4831F874}" dt="2026-04-06T07:48:32.163" v="1552" actId="1076"/>
        <pc:sldMkLst>
          <pc:docMk/>
          <pc:sldMk cId="1902457268" sldId="343"/>
        </pc:sldMkLst>
        <pc:spChg chg="mod">
          <ac:chgData name="Dechen Tshomo" userId="4be4261e34b7bc52" providerId="LiveId" clId="{0B04BD2B-F401-4577-9F8C-6D9A4831F874}" dt="2026-04-05T17:07:51.494" v="864" actId="1076"/>
          <ac:spMkLst>
            <pc:docMk/>
            <pc:sldMk cId="1902457268" sldId="343"/>
            <ac:spMk id="3" creationId="{B3A47C45-8179-1DF7-6736-B3C9D6D8323A}"/>
          </ac:spMkLst>
        </pc:spChg>
        <pc:spChg chg="add mod">
          <ac:chgData name="Dechen Tshomo" userId="4be4261e34b7bc52" providerId="LiveId" clId="{0B04BD2B-F401-4577-9F8C-6D9A4831F874}" dt="2026-04-05T17:24:44.100" v="914" actId="1076"/>
          <ac:spMkLst>
            <pc:docMk/>
            <pc:sldMk cId="1902457268" sldId="343"/>
            <ac:spMk id="7" creationId="{1F132E1A-9BB5-CB71-C76B-99686B48C962}"/>
          </ac:spMkLst>
        </pc:spChg>
        <pc:graphicFrameChg chg="add mod modGraphic">
          <ac:chgData name="Dechen Tshomo" userId="4be4261e34b7bc52" providerId="LiveId" clId="{0B04BD2B-F401-4577-9F8C-6D9A4831F874}" dt="2026-04-06T07:48:32.163" v="1552" actId="1076"/>
          <ac:graphicFrameMkLst>
            <pc:docMk/>
            <pc:sldMk cId="1902457268" sldId="343"/>
            <ac:graphicFrameMk id="6" creationId="{8D842460-E411-25AB-A835-33ACCFF447C3}"/>
          </ac:graphicFrameMkLst>
        </pc:graphicFrameChg>
      </pc:sldChg>
      <pc:sldChg chg="addSp delSp modSp add mod">
        <pc:chgData name="Dechen Tshomo" userId="4be4261e34b7bc52" providerId="LiveId" clId="{0B04BD2B-F401-4577-9F8C-6D9A4831F874}" dt="2026-04-05T18:37:34.243" v="1489" actId="20577"/>
        <pc:sldMkLst>
          <pc:docMk/>
          <pc:sldMk cId="2673289309" sldId="344"/>
        </pc:sldMkLst>
        <pc:spChg chg="mod">
          <ac:chgData name="Dechen Tshomo" userId="4be4261e34b7bc52" providerId="LiveId" clId="{0B04BD2B-F401-4577-9F8C-6D9A4831F874}" dt="2026-04-05T18:37:34.243" v="1489" actId="20577"/>
          <ac:spMkLst>
            <pc:docMk/>
            <pc:sldMk cId="2673289309" sldId="344"/>
            <ac:spMk id="3" creationId="{9019ED6B-CAE6-2ED1-D8C1-D60FFF35C5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4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8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25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6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55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2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2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7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6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47BF3-81F3-4D48-B647-8B86AE4C4C5F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7280-77AD-4D6A-94E2-D7ABABB24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4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FB302F-346B-5A37-0BFD-A2AD878D521B}"/>
              </a:ext>
            </a:extLst>
          </p:cNvPr>
          <p:cNvSpPr txBox="1"/>
          <p:nvPr/>
        </p:nvSpPr>
        <p:spPr>
          <a:xfrm>
            <a:off x="-559740" y="848350"/>
            <a:ext cx="13645605" cy="605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33"/>
              </a:lnSpc>
            </a:pPr>
            <a:r>
              <a:rPr lang="en-IN" sz="5400" i="1" dirty="0">
                <a:latin typeface="Algerian" panose="04020705040A02060702" pitchFamily="82" charset="0"/>
              </a:rPr>
              <a:t>Chapter 1</a:t>
            </a:r>
            <a:br>
              <a:rPr lang="en-IN" sz="3600" dirty="0">
                <a:latin typeface="Algerian" panose="04020705040A02060702" pitchFamily="82" charset="0"/>
              </a:rPr>
            </a:br>
            <a:r>
              <a:rPr lang="en-US" sz="4000" dirty="0">
                <a:latin typeface="Algerian" panose="04020705040A02060702" pitchFamily="82" charset="0"/>
              </a:rPr>
              <a:t>Digital</a:t>
            </a:r>
            <a:r>
              <a:rPr lang="en-US" sz="4000" b="1" dirty="0">
                <a:latin typeface="Algerian" panose="04020705040A02060702" pitchFamily="82" charset="0"/>
              </a:rPr>
              <a:t> </a:t>
            </a:r>
            <a:r>
              <a:rPr lang="en-US" sz="4000" dirty="0">
                <a:latin typeface="Algerian" panose="04020705040A02060702" pitchFamily="82" charset="0"/>
              </a:rPr>
              <a:t>Number Systems</a:t>
            </a:r>
          </a:p>
          <a:p>
            <a:pPr algn="ctr">
              <a:lnSpc>
                <a:spcPts val="9633"/>
              </a:lnSpc>
            </a:pPr>
            <a:r>
              <a:rPr lang="en-US" sz="4000" dirty="0">
                <a:latin typeface="Algerian" panose="04020705040A02060702" pitchFamily="82" charset="0"/>
              </a:rPr>
              <a:t> and Logic Circuits</a:t>
            </a:r>
            <a:br>
              <a:rPr lang="en-US" sz="3600" b="1" dirty="0">
                <a:latin typeface="Algerian" panose="04020705040A02060702" pitchFamily="82" charset="0"/>
              </a:rPr>
            </a:br>
            <a:endParaRPr lang="en-US" sz="3600" b="1" dirty="0">
              <a:solidFill>
                <a:srgbClr val="392D60"/>
              </a:solidFill>
              <a:latin typeface="Algerian" panose="04020705040A02060702" pitchFamily="82" charset="0"/>
              <a:ea typeface="Carter One"/>
              <a:cs typeface="Carter One"/>
              <a:sym typeface="Carter One"/>
            </a:endParaRPr>
          </a:p>
          <a:p>
            <a:pPr algn="ctr">
              <a:lnSpc>
                <a:spcPts val="9633"/>
              </a:lnSpc>
            </a:pPr>
            <a:endParaRPr lang="en-IN" sz="3600" b="1" dirty="0">
              <a:latin typeface="Algerian" panose="04020705040A02060702" pitchFamily="82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D18DA3AB-CC95-8021-B15E-109AA3C73914}"/>
              </a:ext>
            </a:extLst>
          </p:cNvPr>
          <p:cNvSpPr/>
          <p:nvPr/>
        </p:nvSpPr>
        <p:spPr>
          <a:xfrm rot="2700000">
            <a:off x="-3146901" y="-4953284"/>
            <a:ext cx="7242048" cy="82296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F7F55A9F-1ECC-58CA-3FA3-19F63420BED0}"/>
              </a:ext>
            </a:extLst>
          </p:cNvPr>
          <p:cNvSpPr/>
          <p:nvPr/>
        </p:nvSpPr>
        <p:spPr>
          <a:xfrm rot="2700000">
            <a:off x="8406006" y="2993703"/>
            <a:ext cx="7242048" cy="82296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379CFBE6-7ABD-A5F6-375B-238BB0981278}"/>
              </a:ext>
            </a:extLst>
          </p:cNvPr>
          <p:cNvSpPr/>
          <p:nvPr/>
        </p:nvSpPr>
        <p:spPr>
          <a:xfrm rot="4333730">
            <a:off x="9396423" y="-2008733"/>
            <a:ext cx="4967301" cy="3813600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A32993F-49F0-621E-7044-AFDE4CD62867}"/>
              </a:ext>
            </a:extLst>
          </p:cNvPr>
          <p:cNvSpPr/>
          <p:nvPr/>
        </p:nvSpPr>
        <p:spPr>
          <a:xfrm rot="15793516">
            <a:off x="-3697948" y="4682072"/>
            <a:ext cx="5942288" cy="4757155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8E306ACB-7808-F815-37C0-7C0D4E418460}"/>
              </a:ext>
            </a:extLst>
          </p:cNvPr>
          <p:cNvSpPr/>
          <p:nvPr/>
        </p:nvSpPr>
        <p:spPr>
          <a:xfrm>
            <a:off x="7338773" y="4617056"/>
            <a:ext cx="1169325" cy="1540363"/>
          </a:xfrm>
          <a:custGeom>
            <a:avLst/>
            <a:gdLst/>
            <a:ahLst/>
            <a:cxnLst/>
            <a:rect l="l" t="t" r="r" b="b"/>
            <a:pathLst>
              <a:path w="1843201" h="2431080">
                <a:moveTo>
                  <a:pt x="0" y="0"/>
                </a:moveTo>
                <a:lnTo>
                  <a:pt x="1843201" y="0"/>
                </a:lnTo>
                <a:lnTo>
                  <a:pt x="1843201" y="2431080"/>
                </a:lnTo>
                <a:lnTo>
                  <a:pt x="0" y="2431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32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267" y="-12594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objectives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899587" y="1108219"/>
            <a:ext cx="10267178" cy="4627563"/>
            <a:chOff x="0" y="-38100"/>
            <a:chExt cx="1341051" cy="748656"/>
          </a:xfrm>
        </p:grpSpPr>
        <p:sp>
          <p:nvSpPr>
            <p:cNvPr id="10" name="Freeform 9"/>
            <p:cNvSpPr/>
            <p:nvPr/>
          </p:nvSpPr>
          <p:spPr>
            <a:xfrm>
              <a:off x="0" y="-5275"/>
              <a:ext cx="1341051" cy="710556"/>
            </a:xfrm>
            <a:custGeom>
              <a:avLst/>
              <a:gdLst/>
              <a:ahLst/>
              <a:cxnLst/>
              <a:rect l="l" t="t" r="r" b="b"/>
              <a:pathLst>
                <a:path w="1341051" h="710556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id="11" name="TextBox 10"/>
            <p:cNvSpPr txBox="1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E0FEEC6-9BDE-B494-1B24-69401CADA1A1}"/>
              </a:ext>
            </a:extLst>
          </p:cNvPr>
          <p:cNvSpPr txBox="1"/>
          <p:nvPr/>
        </p:nvSpPr>
        <p:spPr>
          <a:xfrm>
            <a:off x="1432440" y="2220710"/>
            <a:ext cx="957356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v"/>
            </a:pPr>
            <a:r>
              <a:rPr lang="en-IN" sz="3200" dirty="0"/>
              <a:t>Understand number system conversions </a:t>
            </a:r>
          </a:p>
          <a:p>
            <a:pPr marL="571500" lvl="0" indent="-571500">
              <a:buFont typeface="Wingdings" panose="05000000000000000000" pitchFamily="2" charset="2"/>
              <a:buChar char="v"/>
            </a:pPr>
            <a:r>
              <a:rPr lang="en-IN" sz="3200" dirty="0"/>
              <a:t>Convert Hexadecimal to Binary using grouping method </a:t>
            </a:r>
          </a:p>
          <a:p>
            <a:pPr marL="571500" lvl="0" indent="-571500">
              <a:buFont typeface="Wingdings" panose="05000000000000000000" pitchFamily="2" charset="2"/>
              <a:buChar char="v"/>
            </a:pPr>
            <a:r>
              <a:rPr lang="en-IN" sz="3200" dirty="0"/>
              <a:t>Convert Decimal to Binary, Octal, Hexadecimal using division methods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01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4401" y="2712117"/>
            <a:ext cx="10635895" cy="155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4"/>
              </a:lnSpc>
            </a:pPr>
            <a:r>
              <a:rPr lang="en-US" sz="6400" dirty="0"/>
              <a:t>Conversion of Hexadecimal to Binary</a:t>
            </a:r>
            <a:endParaRPr lang="en-US" sz="6472" dirty="0">
              <a:solidFill>
                <a:srgbClr val="022033"/>
              </a:solidFill>
              <a:latin typeface="Childling"/>
              <a:ea typeface="Childling"/>
              <a:cs typeface="Childling"/>
              <a:sym typeface="Childling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243916" y="2744632"/>
            <a:ext cx="6176311" cy="294875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7" name="Freeform 7"/>
          <p:cNvSpPr/>
          <p:nvPr/>
        </p:nvSpPr>
        <p:spPr>
          <a:xfrm rot="1137161">
            <a:off x="11344330" y="1724794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333730">
            <a:off x="10353841" y="4501247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5397">
            <a:off x="10152771" y="-2586227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6739106" y="-2548139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59995">
            <a:off x="2933016" y="-2202180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7491922">
            <a:off x="-1928991" y="-3324720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6784072">
            <a:off x="-2297745" y="2021165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459995">
            <a:off x="-1120936" y="5254817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2259001">
            <a:off x="2518650" y="5627153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6" name="Freeform 16"/>
          <p:cNvSpPr/>
          <p:nvPr/>
        </p:nvSpPr>
        <p:spPr>
          <a:xfrm rot="6784072">
            <a:off x="5358668" y="6384774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459995">
            <a:off x="7339162" y="6163863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085" y="68635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To convert a hexadecimal number into binary, change each hexadecimal digit into its 4-bit binary form.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118514"/>
              </p:ext>
            </p:extLst>
          </p:nvPr>
        </p:nvGraphicFramePr>
        <p:xfrm>
          <a:off x="970085" y="2336045"/>
          <a:ext cx="10515600" cy="30912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1444">
                <a:tc>
                  <a:txBody>
                    <a:bodyPr/>
                    <a:lstStyle/>
                    <a:p>
                      <a:r>
                        <a:rPr lang="en-US" sz="3200" dirty="0"/>
                        <a:t>step 1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Write down the Hexadecimal number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8396">
                <a:tc>
                  <a:txBody>
                    <a:bodyPr/>
                    <a:lstStyle/>
                    <a:p>
                      <a:r>
                        <a:rPr lang="en-US" sz="3200" dirty="0"/>
                        <a:t>step 2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Convert each Hexadecimal digit into a 4-bit binary number using the conversion table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444">
                <a:tc>
                  <a:txBody>
                    <a:bodyPr/>
                    <a:lstStyle/>
                    <a:p>
                      <a:r>
                        <a:rPr lang="en-US" sz="3200" dirty="0"/>
                        <a:t>step 3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Combine all the binary groups together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40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1E9FC-ADBB-36F4-39D4-AA7CDDE2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6245BC-4A59-E436-8332-3517C8C95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207445"/>
              </p:ext>
            </p:extLst>
          </p:nvPr>
        </p:nvGraphicFramePr>
        <p:xfrm>
          <a:off x="3381750" y="64006"/>
          <a:ext cx="6173730" cy="67299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47992">
                  <a:extLst>
                    <a:ext uri="{9D8B030D-6E8A-4147-A177-3AD203B41FA5}">
                      <a16:colId xmlns:a16="http://schemas.microsoft.com/office/drawing/2014/main" val="107081151"/>
                    </a:ext>
                  </a:extLst>
                </a:gridCol>
                <a:gridCol w="2625738">
                  <a:extLst>
                    <a:ext uri="{9D8B030D-6E8A-4147-A177-3AD203B41FA5}">
                      <a16:colId xmlns:a16="http://schemas.microsoft.com/office/drawing/2014/main" val="466933093"/>
                    </a:ext>
                  </a:extLst>
                </a:gridCol>
              </a:tblGrid>
              <a:tr h="451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900" dirty="0"/>
                        <a:t>Hexadecimal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900" dirty="0"/>
                        <a:t>              </a:t>
                      </a:r>
                      <a:r>
                        <a:rPr lang="es-ES" sz="1900" dirty="0" err="1"/>
                        <a:t>Binary</a:t>
                      </a:r>
                      <a:r>
                        <a:rPr lang="es-ES" sz="1900" dirty="0"/>
                        <a:t>                                  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64339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0000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360339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91818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2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0010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442760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3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0011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04669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4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0100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589934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5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0101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668882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6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0110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61381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7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0111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524986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8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1000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137377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9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1001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037257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A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1010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272121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B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1011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351977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C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523779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D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132104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E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1110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49837"/>
                  </a:ext>
                </a:extLst>
              </a:tr>
              <a:tr h="392382">
                <a:tc>
                  <a:txBody>
                    <a:bodyPr/>
                    <a:lstStyle/>
                    <a:p>
                      <a:r>
                        <a:rPr lang="en-US" sz="1900" dirty="0"/>
                        <a:t>F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1111</a:t>
                      </a:r>
                      <a:endParaRPr lang="en-IN" sz="1900" dirty="0"/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021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2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357" y="13854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(Grouping Method)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163" y="1153272"/>
            <a:ext cx="10515600" cy="57047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Hexadecimal → Binary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3A₁₆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Convert each digit separately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→ 0011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→ 1010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Join them together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0011 + 1010 = 00111010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(3A)₁₆ = (00111010)₂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Prefix Form: 0b00111010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99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318" y="-26894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253331"/>
            <a:ext cx="10515600" cy="5604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Instructions:</a:t>
            </a:r>
            <a:endParaRPr lang="en-US" sz="3600" b="1" dirty="0"/>
          </a:p>
          <a:p>
            <a:r>
              <a:rPr lang="en-US" sz="3200" dirty="0"/>
              <a:t>Convert each hexadecimal digit into binary form. </a:t>
            </a:r>
          </a:p>
          <a:p>
            <a:r>
              <a:rPr lang="en-US" sz="3200" dirty="0"/>
              <a:t>Write the final answer in binary and prefix form.</a:t>
            </a:r>
            <a:endParaRPr lang="en-US" sz="3500" dirty="0"/>
          </a:p>
          <a:p>
            <a:pPr marL="0" indent="0">
              <a:buNone/>
            </a:pPr>
            <a:r>
              <a:rPr lang="en-IN" sz="3200" dirty="0"/>
              <a:t>1. (4B)₁₆</a:t>
            </a:r>
          </a:p>
          <a:p>
            <a:pPr marL="0" indent="0">
              <a:buNone/>
            </a:pPr>
            <a:r>
              <a:rPr lang="en-IN" sz="3200" dirty="0"/>
              <a:t>2. (9E)₁₆</a:t>
            </a:r>
          </a:p>
          <a:p>
            <a:pPr marL="0" indent="0">
              <a:buNone/>
            </a:pPr>
            <a:r>
              <a:rPr lang="en-IN" sz="3200" dirty="0"/>
              <a:t>3. (7D)₁₆ </a:t>
            </a:r>
          </a:p>
          <a:p>
            <a:pPr marL="0" indent="0">
              <a:buNone/>
            </a:pPr>
            <a:r>
              <a:rPr lang="en-IN" sz="3200" dirty="0"/>
              <a:t>4. (1A)₁₆</a:t>
            </a:r>
            <a:endParaRPr lang="en-US" sz="3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05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9848" y="-38312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5128" y="942435"/>
            <a:ext cx="10515600" cy="63179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1. (4B)₁₆</a:t>
            </a:r>
            <a:br>
              <a:rPr lang="en-IN" dirty="0"/>
            </a:br>
            <a:r>
              <a:rPr lang="en-IN" dirty="0"/>
              <a:t>4 → 0100</a:t>
            </a:r>
            <a:br>
              <a:rPr lang="en-IN" dirty="0"/>
            </a:br>
            <a:r>
              <a:rPr lang="en-IN" dirty="0"/>
              <a:t>B → 1011</a:t>
            </a:r>
            <a:br>
              <a:rPr lang="en-IN" dirty="0"/>
            </a:br>
            <a:r>
              <a:rPr lang="en-IN" dirty="0"/>
              <a:t>0100 + 1011 = 01001011</a:t>
            </a:r>
            <a:br>
              <a:rPr lang="en-IN" dirty="0"/>
            </a:br>
            <a:r>
              <a:rPr lang="en-IN" dirty="0"/>
              <a:t>(4B)₁₆ = (01001011)₂</a:t>
            </a:r>
            <a:br>
              <a:rPr lang="en-IN" dirty="0"/>
            </a:br>
            <a:r>
              <a:rPr lang="en-IN" dirty="0"/>
              <a:t>Prefix Form: 0b01001011</a:t>
            </a:r>
          </a:p>
          <a:p>
            <a:pPr marL="0" indent="0">
              <a:buNone/>
            </a:pPr>
            <a:r>
              <a:rPr lang="en-IN" dirty="0"/>
              <a:t>2. (9E)₁₆</a:t>
            </a:r>
            <a:br>
              <a:rPr lang="en-IN" dirty="0"/>
            </a:br>
            <a:r>
              <a:rPr lang="en-IN" dirty="0"/>
              <a:t>9 → 1001</a:t>
            </a:r>
            <a:br>
              <a:rPr lang="en-IN" dirty="0"/>
            </a:br>
            <a:r>
              <a:rPr lang="en-IN" dirty="0"/>
              <a:t>E → 1110</a:t>
            </a:r>
            <a:br>
              <a:rPr lang="en-IN" dirty="0"/>
            </a:br>
            <a:r>
              <a:rPr lang="en-IN" dirty="0"/>
              <a:t>1001 + 1110 = 10011110</a:t>
            </a:r>
            <a:br>
              <a:rPr lang="en-IN" dirty="0"/>
            </a:br>
            <a:r>
              <a:rPr lang="en-IN" dirty="0"/>
              <a:t>(9E)₁₆ = (10011110)₂</a:t>
            </a:r>
            <a:br>
              <a:rPr lang="en-IN" dirty="0"/>
            </a:br>
            <a:r>
              <a:rPr lang="en-IN" dirty="0"/>
              <a:t>Prefix Form: 0b10011110</a:t>
            </a:r>
          </a:p>
        </p:txBody>
      </p:sp>
    </p:spTree>
    <p:extLst>
      <p:ext uri="{BB962C8B-B14F-4D97-AF65-F5344CB8AC3E}">
        <p14:creationId xmlns:p14="http://schemas.microsoft.com/office/powerpoint/2010/main" val="124257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E321-24C4-41E1-BD19-CF4F7246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BD358-E093-5E69-8669-7F6F6F1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483" y="365125"/>
            <a:ext cx="10515600" cy="63179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3. (7D)₁₆</a:t>
            </a:r>
            <a:br>
              <a:rPr lang="en-IN" dirty="0"/>
            </a:br>
            <a:r>
              <a:rPr lang="en-IN" dirty="0"/>
              <a:t>7 → 0111</a:t>
            </a:r>
            <a:br>
              <a:rPr lang="en-IN" dirty="0"/>
            </a:br>
            <a:r>
              <a:rPr lang="en-IN" dirty="0"/>
              <a:t>D → 1101</a:t>
            </a:r>
            <a:br>
              <a:rPr lang="en-IN" dirty="0"/>
            </a:br>
            <a:r>
              <a:rPr lang="en-IN" dirty="0"/>
              <a:t>0111 + 1101 = 01111101</a:t>
            </a:r>
            <a:br>
              <a:rPr lang="en-IN" dirty="0"/>
            </a:br>
            <a:r>
              <a:rPr lang="en-IN" dirty="0"/>
              <a:t>(7D)₁₆ = (01111101)₂</a:t>
            </a:r>
            <a:br>
              <a:rPr lang="en-IN" dirty="0"/>
            </a:br>
            <a:r>
              <a:rPr lang="en-IN" dirty="0"/>
              <a:t>Prefix Form: 0b01111101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4. (1A)₁₆</a:t>
            </a:r>
            <a:br>
              <a:rPr lang="en-IN" dirty="0"/>
            </a:br>
            <a:r>
              <a:rPr lang="en-IN" dirty="0"/>
              <a:t>1 → 0001</a:t>
            </a:r>
            <a:br>
              <a:rPr lang="en-IN" dirty="0"/>
            </a:br>
            <a:r>
              <a:rPr lang="en-IN" dirty="0"/>
              <a:t>A → 1010</a:t>
            </a:r>
            <a:br>
              <a:rPr lang="en-IN" dirty="0"/>
            </a:br>
            <a:r>
              <a:rPr lang="en-IN" dirty="0"/>
              <a:t>0001 + 1010 = 00011010</a:t>
            </a:r>
            <a:br>
              <a:rPr lang="en-IN" dirty="0"/>
            </a:br>
            <a:r>
              <a:rPr lang="en-IN" dirty="0"/>
              <a:t>(1A)₁₆ = (00011010)₂</a:t>
            </a:r>
            <a:br>
              <a:rPr lang="en-IN" dirty="0"/>
            </a:br>
            <a:r>
              <a:rPr lang="en-IN" dirty="0"/>
              <a:t>Prefix Form: 0b00011010</a:t>
            </a:r>
          </a:p>
        </p:txBody>
      </p:sp>
    </p:spTree>
    <p:extLst>
      <p:ext uri="{BB962C8B-B14F-4D97-AF65-F5344CB8AC3E}">
        <p14:creationId xmlns:p14="http://schemas.microsoft.com/office/powerpoint/2010/main" val="102480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C0EA-3527-E601-2968-EE4F6F612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8887F5-88A9-BB94-54CD-C3530F5D86E4}"/>
              </a:ext>
            </a:extLst>
          </p:cNvPr>
          <p:cNvSpPr txBox="1"/>
          <p:nvPr/>
        </p:nvSpPr>
        <p:spPr>
          <a:xfrm>
            <a:off x="881642" y="2126147"/>
            <a:ext cx="10676461" cy="2334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</a:t>
            </a:r>
          </a:p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to other number systems</a:t>
            </a:r>
            <a:endParaRPr lang="en-US" sz="6472" dirty="0">
              <a:solidFill>
                <a:srgbClr val="022033"/>
              </a:solidFill>
              <a:latin typeface="Childling"/>
              <a:ea typeface="Childling"/>
              <a:cs typeface="Childling"/>
              <a:sym typeface="Childling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DD432B-AB69-C3B3-598B-94244426CFBB}"/>
              </a:ext>
            </a:extLst>
          </p:cNvPr>
          <p:cNvSpPr txBox="1"/>
          <p:nvPr/>
        </p:nvSpPr>
        <p:spPr>
          <a:xfrm>
            <a:off x="3243916" y="2744632"/>
            <a:ext cx="6176311" cy="294875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1D4F1E0-DC57-8B86-D5C3-5D6F5323C784}"/>
              </a:ext>
            </a:extLst>
          </p:cNvPr>
          <p:cNvSpPr/>
          <p:nvPr/>
        </p:nvSpPr>
        <p:spPr>
          <a:xfrm rot="1137161">
            <a:off x="11344330" y="1724794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F41752A-88B4-19E7-63A8-84C92A7906AD}"/>
              </a:ext>
            </a:extLst>
          </p:cNvPr>
          <p:cNvSpPr/>
          <p:nvPr/>
        </p:nvSpPr>
        <p:spPr>
          <a:xfrm rot="4333730">
            <a:off x="10353841" y="4501247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44A1819-34D1-0D38-A758-966BECA60FB1}"/>
              </a:ext>
            </a:extLst>
          </p:cNvPr>
          <p:cNvSpPr/>
          <p:nvPr/>
        </p:nvSpPr>
        <p:spPr>
          <a:xfrm rot="545397">
            <a:off x="10152771" y="-2586227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2920FFD-CBE7-41B3-8EBF-A4D3F95AA61E}"/>
              </a:ext>
            </a:extLst>
          </p:cNvPr>
          <p:cNvSpPr/>
          <p:nvPr/>
        </p:nvSpPr>
        <p:spPr>
          <a:xfrm rot="5400000">
            <a:off x="6739106" y="-2548139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A134B4D-D305-F2A0-1832-C47784FF309E}"/>
              </a:ext>
            </a:extLst>
          </p:cNvPr>
          <p:cNvSpPr/>
          <p:nvPr/>
        </p:nvSpPr>
        <p:spPr>
          <a:xfrm rot="-459995">
            <a:off x="2933016" y="-2202180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D9CAAC2-B320-FE96-8974-30B824794603}"/>
              </a:ext>
            </a:extLst>
          </p:cNvPr>
          <p:cNvSpPr/>
          <p:nvPr/>
        </p:nvSpPr>
        <p:spPr>
          <a:xfrm rot="7491922">
            <a:off x="-1928991" y="-3324720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D915585-C390-6AC5-2BA8-A25822B392B6}"/>
              </a:ext>
            </a:extLst>
          </p:cNvPr>
          <p:cNvSpPr/>
          <p:nvPr/>
        </p:nvSpPr>
        <p:spPr>
          <a:xfrm rot="6784072">
            <a:off x="-2297745" y="2021165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BA27152-7DDA-EEBD-2432-5344A76A8F1D}"/>
              </a:ext>
            </a:extLst>
          </p:cNvPr>
          <p:cNvSpPr/>
          <p:nvPr/>
        </p:nvSpPr>
        <p:spPr>
          <a:xfrm rot="-459995">
            <a:off x="-1120936" y="5254817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5FB3049-E9FF-F6D9-FECE-A2673DDB0C6F}"/>
              </a:ext>
            </a:extLst>
          </p:cNvPr>
          <p:cNvSpPr/>
          <p:nvPr/>
        </p:nvSpPr>
        <p:spPr>
          <a:xfrm rot="-2259001">
            <a:off x="2518650" y="5627153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298870-43F9-8C48-1DD9-B53921AFAA98}"/>
              </a:ext>
            </a:extLst>
          </p:cNvPr>
          <p:cNvSpPr/>
          <p:nvPr/>
        </p:nvSpPr>
        <p:spPr>
          <a:xfrm rot="6784072">
            <a:off x="5358668" y="6384774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5AB73AEB-194D-BF52-1E8A-95B55538010A}"/>
              </a:ext>
            </a:extLst>
          </p:cNvPr>
          <p:cNvSpPr/>
          <p:nvPr/>
        </p:nvSpPr>
        <p:spPr>
          <a:xfrm rot="-459995">
            <a:off x="7339162" y="6163863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337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E424-2354-478A-918C-5B0E2935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F1D1536-A28E-D5EA-577B-12A023FCB19F}"/>
              </a:ext>
            </a:extLst>
          </p:cNvPr>
          <p:cNvSpPr txBox="1"/>
          <p:nvPr/>
        </p:nvSpPr>
        <p:spPr>
          <a:xfrm>
            <a:off x="1152682" y="2653948"/>
            <a:ext cx="10676461" cy="1543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Decimal</a:t>
            </a:r>
          </a:p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Binary</a:t>
            </a:r>
            <a:endParaRPr lang="en-US" sz="6472" dirty="0">
              <a:solidFill>
                <a:srgbClr val="022033"/>
              </a:solidFill>
              <a:latin typeface="Childling"/>
              <a:ea typeface="Childling"/>
              <a:cs typeface="Childling"/>
              <a:sym typeface="Childling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DD52002-995F-364F-9D48-888E879BEDD9}"/>
              </a:ext>
            </a:extLst>
          </p:cNvPr>
          <p:cNvSpPr txBox="1"/>
          <p:nvPr/>
        </p:nvSpPr>
        <p:spPr>
          <a:xfrm>
            <a:off x="3243916" y="2744632"/>
            <a:ext cx="6176311" cy="294875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F71ACDB-DD9D-4B26-4832-B5632F16A474}"/>
              </a:ext>
            </a:extLst>
          </p:cNvPr>
          <p:cNvSpPr/>
          <p:nvPr/>
        </p:nvSpPr>
        <p:spPr>
          <a:xfrm rot="1137161">
            <a:off x="11344330" y="1724794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54A64C-ACDD-EB0B-5D1E-793B6DF20894}"/>
              </a:ext>
            </a:extLst>
          </p:cNvPr>
          <p:cNvSpPr/>
          <p:nvPr/>
        </p:nvSpPr>
        <p:spPr>
          <a:xfrm rot="4333730">
            <a:off x="10353841" y="4501247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7E778B3-F2B2-8918-61B4-B97182946A76}"/>
              </a:ext>
            </a:extLst>
          </p:cNvPr>
          <p:cNvSpPr/>
          <p:nvPr/>
        </p:nvSpPr>
        <p:spPr>
          <a:xfrm rot="545397">
            <a:off x="10152771" y="-2586227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0C3445A-76D6-43AC-3401-2A42EB03F005}"/>
              </a:ext>
            </a:extLst>
          </p:cNvPr>
          <p:cNvSpPr/>
          <p:nvPr/>
        </p:nvSpPr>
        <p:spPr>
          <a:xfrm rot="5400000">
            <a:off x="6739106" y="-2548139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8C7AA73-82B6-DF3E-C3D5-303EEED66054}"/>
              </a:ext>
            </a:extLst>
          </p:cNvPr>
          <p:cNvSpPr/>
          <p:nvPr/>
        </p:nvSpPr>
        <p:spPr>
          <a:xfrm rot="-459995">
            <a:off x="2933016" y="-2202180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18F5C6B-DAD5-11FA-BCA9-F932DAF96209}"/>
              </a:ext>
            </a:extLst>
          </p:cNvPr>
          <p:cNvSpPr/>
          <p:nvPr/>
        </p:nvSpPr>
        <p:spPr>
          <a:xfrm rot="7491922">
            <a:off x="-1928991" y="-3324720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494EF09-C5AA-7820-4C12-890230E45266}"/>
              </a:ext>
            </a:extLst>
          </p:cNvPr>
          <p:cNvSpPr/>
          <p:nvPr/>
        </p:nvSpPr>
        <p:spPr>
          <a:xfrm rot="6784072">
            <a:off x="-2297745" y="2021165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6C0D46A-67BB-6C03-B635-4DE12E0E78B1}"/>
              </a:ext>
            </a:extLst>
          </p:cNvPr>
          <p:cNvSpPr/>
          <p:nvPr/>
        </p:nvSpPr>
        <p:spPr>
          <a:xfrm rot="-459995">
            <a:off x="-1120936" y="5254817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4862E44-1F82-4B3E-2B02-D0109C8BCB8F}"/>
              </a:ext>
            </a:extLst>
          </p:cNvPr>
          <p:cNvSpPr/>
          <p:nvPr/>
        </p:nvSpPr>
        <p:spPr>
          <a:xfrm rot="-2259001">
            <a:off x="2518650" y="5627153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3F51FC0-C43A-704F-CADA-7631E4ABDA4D}"/>
              </a:ext>
            </a:extLst>
          </p:cNvPr>
          <p:cNvSpPr/>
          <p:nvPr/>
        </p:nvSpPr>
        <p:spPr>
          <a:xfrm rot="6784072">
            <a:off x="5358668" y="6384774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A0A932E-8640-F06F-C57C-374204526AC0}"/>
              </a:ext>
            </a:extLst>
          </p:cNvPr>
          <p:cNvSpPr/>
          <p:nvPr/>
        </p:nvSpPr>
        <p:spPr>
          <a:xfrm rot="-459995">
            <a:off x="7339162" y="6163863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803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7396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To change a decimal number into binary, use the method of dividing by 2 and writing down the remainders.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337935"/>
              </p:ext>
            </p:extLst>
          </p:nvPr>
        </p:nvGraphicFramePr>
        <p:xfrm>
          <a:off x="1155036" y="2365715"/>
          <a:ext cx="10198763" cy="28379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9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380">
                <a:tc>
                  <a:txBody>
                    <a:bodyPr/>
                    <a:lstStyle/>
                    <a:p>
                      <a:r>
                        <a:rPr lang="en-US" sz="3200" dirty="0"/>
                        <a:t>step 1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Divide the number by 2 and write the remainder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80">
                <a:tc>
                  <a:txBody>
                    <a:bodyPr/>
                    <a:lstStyle/>
                    <a:p>
                      <a:r>
                        <a:rPr lang="en-US" sz="3200" dirty="0"/>
                        <a:t>step 2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Divide the quotient by 2 and write the remainder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380">
                <a:tc>
                  <a:txBody>
                    <a:bodyPr/>
                    <a:lstStyle/>
                    <a:p>
                      <a:r>
                        <a:rPr lang="en-US" sz="3200" dirty="0"/>
                        <a:t>step 3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Repeat these steps until the quotient becomes 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012">
                <a:tc>
                  <a:txBody>
                    <a:bodyPr/>
                    <a:lstStyle/>
                    <a:p>
                      <a:r>
                        <a:rPr lang="en-US" sz="3200" dirty="0"/>
                        <a:t>step 4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Write the remainders from </a:t>
                      </a:r>
                      <a:r>
                        <a:rPr lang="en-US" sz="3200" b="1" dirty="0"/>
                        <a:t>bottom to top order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15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60BC-1E16-AADA-21D7-9109F928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47C45-8179-1DF7-6736-B3C9D6D83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0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division-remainder method to convert from decimal to binary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Example: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47C45-8179-1DF7-6736-B3C9D6D83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0"/>
                <a:ext cx="10515600" cy="4351338"/>
              </a:xfrm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842460-E411-25AB-A835-33ACCFF44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05878"/>
              </p:ext>
            </p:extLst>
          </p:nvPr>
        </p:nvGraphicFramePr>
        <p:xfrm>
          <a:off x="1264226" y="1485523"/>
          <a:ext cx="930332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1109">
                  <a:extLst>
                    <a:ext uri="{9D8B030D-6E8A-4147-A177-3AD203B41FA5}">
                      <a16:colId xmlns:a16="http://schemas.microsoft.com/office/drawing/2014/main" val="3023433894"/>
                    </a:ext>
                  </a:extLst>
                </a:gridCol>
                <a:gridCol w="3101109">
                  <a:extLst>
                    <a:ext uri="{9D8B030D-6E8A-4147-A177-3AD203B41FA5}">
                      <a16:colId xmlns:a16="http://schemas.microsoft.com/office/drawing/2014/main" val="1312033595"/>
                    </a:ext>
                  </a:extLst>
                </a:gridCol>
                <a:gridCol w="3101109">
                  <a:extLst>
                    <a:ext uri="{9D8B030D-6E8A-4147-A177-3AD203B41FA5}">
                      <a16:colId xmlns:a16="http://schemas.microsoft.com/office/drawing/2014/main" val="3696900607"/>
                    </a:ext>
                  </a:extLst>
                </a:gridCol>
              </a:tblGrid>
              <a:tr h="18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Divide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Quotient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Remainder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203244"/>
                  </a:ext>
                </a:extLst>
              </a:tr>
              <a:tr h="18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13 ÷ 2 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1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80283"/>
                  </a:ext>
                </a:extLst>
              </a:tr>
              <a:tr h="18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 ÷ 2 =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0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701784"/>
                  </a:ext>
                </a:extLst>
              </a:tr>
              <a:tr h="18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 ÷ 2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1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046031"/>
                  </a:ext>
                </a:extLst>
              </a:tr>
              <a:tr h="18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 ÷ 2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1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2713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F132E1A-9BB5-CB71-C76B-99686B48C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3794383"/>
                <a:ext cx="11776364" cy="3244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400" dirty="0"/>
                  <a:t>Read the remainders from bottom to top → 1101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1101</m:t>
                            </m:r>
                          </m:e>
                        </m:d>
                      </m:e>
                      <m:sub>
                        <m:eqArr>
                          <m:eqArr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/>
                        </m:eqAr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Prefix form : 0b1101.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first remainder (1) is the LSB – Least Significant Bit → the rightmost digit of binary.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last remainder (1) is the MSB – Most Significant Bit → the leftmost digit of binary.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F132E1A-9BB5-CB71-C76B-99686B48C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794383"/>
                <a:ext cx="11776364" cy="3244350"/>
              </a:xfrm>
              <a:prstGeom prst="rect">
                <a:avLst/>
              </a:prstGeom>
              <a:blipFill>
                <a:blip r:embed="rId3"/>
                <a:stretch>
                  <a:fillRect l="-829" t="-9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45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0BEF-C005-601D-74C6-E79D0671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460" y="0"/>
            <a:ext cx="10515600" cy="1325563"/>
          </a:xfrm>
        </p:spPr>
        <p:txBody>
          <a:bodyPr/>
          <a:lstStyle/>
          <a:p>
            <a:r>
              <a:rPr lang="en-US" dirty="0"/>
              <a:t>Activity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20FE3-67F7-9280-7395-81BF5BCCF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4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Instructions:</a:t>
            </a:r>
          </a:p>
          <a:p>
            <a:r>
              <a:rPr lang="en-US" sz="3200" dirty="0"/>
              <a:t>Convert the following decimal numbers into binary</a:t>
            </a:r>
          </a:p>
          <a:p>
            <a:r>
              <a:rPr lang="en-US" sz="3200" dirty="0"/>
              <a:t>Identify </a:t>
            </a:r>
            <a:r>
              <a:rPr lang="en-US" sz="3200" dirty="0">
                <a:latin typeface="Arial" panose="020B0604020202020204" pitchFamily="34" charset="0"/>
              </a:rPr>
              <a:t>l</a:t>
            </a:r>
            <a:r>
              <a:rPr lang="en-US" altLang="en-US" sz="3200" dirty="0">
                <a:latin typeface="Arial" panose="020B0604020202020204" pitchFamily="34" charset="0"/>
              </a:rPr>
              <a:t>east significant bit and most significant bit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IN" sz="3200" dirty="0"/>
              <a:t>(25)₁₀</a:t>
            </a:r>
          </a:p>
          <a:p>
            <a:pPr marL="514350" indent="-514350">
              <a:buAutoNum type="arabicPeriod"/>
            </a:pPr>
            <a:r>
              <a:rPr lang="en-IN" sz="3200" dirty="0"/>
              <a:t>(18)₁₀</a:t>
            </a:r>
          </a:p>
          <a:p>
            <a:pPr marL="514350" indent="-514350">
              <a:buAutoNum type="arabicPeriod"/>
            </a:pPr>
            <a:r>
              <a:rPr lang="en-IN" sz="3200" dirty="0"/>
              <a:t>(7)₁₀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415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051D-AC49-D10C-8B27-C24A03A44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346" y="-28603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Answers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1670E-6F79-705B-8395-65F06F5A9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964" y="1039524"/>
            <a:ext cx="10855036" cy="64142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1. (25)₁₀</a:t>
            </a:r>
          </a:p>
          <a:p>
            <a:pPr marL="0" indent="0">
              <a:buNone/>
            </a:pPr>
            <a:r>
              <a:rPr lang="en-IN" sz="2400" dirty="0"/>
              <a:t>Step 1:</a:t>
            </a:r>
            <a:br>
              <a:rPr lang="en-IN" sz="2400" dirty="0"/>
            </a:br>
            <a:r>
              <a:rPr lang="en-IN" sz="2400" dirty="0"/>
              <a:t>25 ÷ 2 = 12 remainder 1</a:t>
            </a:r>
            <a:br>
              <a:rPr lang="en-IN" sz="2400" dirty="0"/>
            </a:br>
            <a:r>
              <a:rPr lang="en-IN" sz="2400" dirty="0"/>
              <a:t>12 ÷ 2 = 6 remainder 0</a:t>
            </a:r>
            <a:br>
              <a:rPr lang="en-IN" sz="2400" dirty="0"/>
            </a:br>
            <a:r>
              <a:rPr lang="en-IN" sz="2400" dirty="0"/>
              <a:t>6 ÷ 2 = 3 remainder 0</a:t>
            </a:r>
            <a:br>
              <a:rPr lang="en-IN" sz="2400" dirty="0"/>
            </a:br>
            <a:r>
              <a:rPr lang="en-IN" sz="2400" dirty="0"/>
              <a:t>3 ÷ 2 = 1 remainder 1</a:t>
            </a:r>
            <a:br>
              <a:rPr lang="en-IN" sz="2400" dirty="0"/>
            </a:br>
            <a:r>
              <a:rPr lang="en-IN" sz="2400" dirty="0"/>
              <a:t>1 ÷ 2 = 0 remainder 1</a:t>
            </a:r>
          </a:p>
          <a:p>
            <a:pPr marL="0" indent="0">
              <a:buNone/>
            </a:pPr>
            <a:r>
              <a:rPr lang="en-IN" sz="2400" dirty="0"/>
              <a:t>Step 2:</a:t>
            </a:r>
            <a:br>
              <a:rPr lang="en-IN" sz="2400" dirty="0"/>
            </a:br>
            <a:r>
              <a:rPr lang="en-IN" sz="2400" dirty="0"/>
              <a:t>→ 11001</a:t>
            </a:r>
          </a:p>
          <a:p>
            <a:pPr marL="0" indent="0">
              <a:buNone/>
            </a:pPr>
            <a:r>
              <a:rPr lang="en-IN" sz="2400" dirty="0"/>
              <a:t>Answer:</a:t>
            </a:r>
            <a:br>
              <a:rPr lang="en-IN" sz="2400" dirty="0"/>
            </a:br>
            <a:r>
              <a:rPr lang="en-IN" sz="2400" dirty="0"/>
              <a:t>(25)₁₀ = (11001)₂</a:t>
            </a:r>
            <a:br>
              <a:rPr lang="en-IN" sz="2400" dirty="0"/>
            </a:br>
            <a:r>
              <a:rPr lang="en-IN" sz="2400" dirty="0"/>
              <a:t>Prefix Form: 0b11001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4442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089E-9D21-E89D-DCD2-61E2E9C6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925BE-B988-D082-5767-4809A8F1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426" y="332509"/>
            <a:ext cx="11371118" cy="64142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2. (18)₁₀</a:t>
            </a:r>
          </a:p>
          <a:p>
            <a:pPr marL="0" indent="0">
              <a:buNone/>
            </a:pPr>
            <a:r>
              <a:rPr lang="en-IN" sz="2000" dirty="0"/>
              <a:t>Step 1:</a:t>
            </a:r>
            <a:br>
              <a:rPr lang="en-IN" sz="2000" dirty="0"/>
            </a:br>
            <a:r>
              <a:rPr lang="en-IN" sz="2000" dirty="0"/>
              <a:t>18 ÷ 2 = 9 remainder 0</a:t>
            </a:r>
            <a:br>
              <a:rPr lang="en-IN" sz="2000" dirty="0"/>
            </a:br>
            <a:r>
              <a:rPr lang="en-IN" sz="2000" dirty="0"/>
              <a:t>9 ÷ 2 = 4 remainder 1</a:t>
            </a:r>
            <a:br>
              <a:rPr lang="en-IN" sz="2000" dirty="0"/>
            </a:br>
            <a:r>
              <a:rPr lang="en-IN" sz="2000" dirty="0"/>
              <a:t>4 ÷ 2 = 2 remainder 0</a:t>
            </a:r>
            <a:br>
              <a:rPr lang="en-IN" sz="2000" dirty="0"/>
            </a:br>
            <a:r>
              <a:rPr lang="en-IN" sz="2000" dirty="0"/>
              <a:t>2 ÷ 2 = 1 remainder 0</a:t>
            </a:r>
            <a:br>
              <a:rPr lang="en-IN" sz="2000" dirty="0"/>
            </a:br>
            <a:r>
              <a:rPr lang="en-IN" sz="2000" dirty="0"/>
              <a:t>1 ÷ 2 = 0 remainder 1</a:t>
            </a:r>
          </a:p>
          <a:p>
            <a:pPr marL="0" indent="0">
              <a:buNone/>
            </a:pPr>
            <a:r>
              <a:rPr lang="en-IN" sz="2000" dirty="0"/>
              <a:t>Step 2:</a:t>
            </a:r>
            <a:br>
              <a:rPr lang="en-IN" sz="2000" dirty="0"/>
            </a:br>
            <a:r>
              <a:rPr lang="en-IN" sz="2000" dirty="0"/>
              <a:t>→ 10010</a:t>
            </a:r>
            <a:br>
              <a:rPr lang="en-IN" sz="2000" dirty="0"/>
            </a:br>
            <a:r>
              <a:rPr lang="en-IN" sz="2000" dirty="0"/>
              <a:t>(18)₁₀ = (10010)₂</a:t>
            </a:r>
            <a:br>
              <a:rPr lang="en-IN" sz="2000" dirty="0"/>
            </a:br>
            <a:r>
              <a:rPr lang="en-IN" sz="2000" dirty="0"/>
              <a:t>Prefix Form: 0b10010</a:t>
            </a:r>
          </a:p>
          <a:p>
            <a:pPr marL="0" indent="0">
              <a:buNone/>
            </a:pPr>
            <a:r>
              <a:rPr lang="en-IN" sz="2000" dirty="0"/>
              <a:t>3. (7)₁₀</a:t>
            </a:r>
          </a:p>
          <a:p>
            <a:pPr marL="0" indent="0">
              <a:buNone/>
            </a:pPr>
            <a:r>
              <a:rPr lang="en-IN" sz="2000" dirty="0"/>
              <a:t>Step 1:</a:t>
            </a:r>
            <a:br>
              <a:rPr lang="en-IN" sz="2000" dirty="0"/>
            </a:br>
            <a:r>
              <a:rPr lang="en-IN" sz="2000" dirty="0"/>
              <a:t>7 ÷ 2 = 3 remainder 1</a:t>
            </a:r>
            <a:br>
              <a:rPr lang="en-IN" sz="2000" dirty="0"/>
            </a:br>
            <a:r>
              <a:rPr lang="en-IN" sz="2000" dirty="0"/>
              <a:t>3 ÷ 2 = 1 remainder 1</a:t>
            </a:r>
            <a:br>
              <a:rPr lang="en-IN" sz="2000" dirty="0"/>
            </a:br>
            <a:r>
              <a:rPr lang="en-IN" sz="2000" dirty="0"/>
              <a:t>1 ÷ 2 = 0 remainder 1</a:t>
            </a:r>
          </a:p>
          <a:p>
            <a:pPr marL="0" indent="0">
              <a:buNone/>
            </a:pPr>
            <a:r>
              <a:rPr lang="en-IN" sz="2000" dirty="0"/>
              <a:t>Step 2:</a:t>
            </a:r>
            <a:br>
              <a:rPr lang="en-IN" sz="2000" dirty="0"/>
            </a:br>
            <a:r>
              <a:rPr lang="en-IN" sz="2000" dirty="0"/>
              <a:t>→ 111</a:t>
            </a:r>
            <a:br>
              <a:rPr lang="en-IN" sz="2000" dirty="0"/>
            </a:br>
            <a:r>
              <a:rPr lang="en-IN" sz="2000" dirty="0"/>
              <a:t>(7)₁₀ = (111)₂</a:t>
            </a:r>
            <a:br>
              <a:rPr lang="en-IN" sz="2000" dirty="0"/>
            </a:br>
            <a:r>
              <a:rPr lang="en-IN" sz="2000" dirty="0"/>
              <a:t>Prefix Form: 0b111</a:t>
            </a:r>
          </a:p>
        </p:txBody>
      </p:sp>
    </p:spTree>
    <p:extLst>
      <p:ext uri="{BB962C8B-B14F-4D97-AF65-F5344CB8AC3E}">
        <p14:creationId xmlns:p14="http://schemas.microsoft.com/office/powerpoint/2010/main" val="1601764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08B1-4988-F56F-EF56-1D5B02FA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4C185F-FC0D-3184-4CDA-2220FB80BCB7}"/>
              </a:ext>
            </a:extLst>
          </p:cNvPr>
          <p:cNvSpPr txBox="1"/>
          <p:nvPr/>
        </p:nvSpPr>
        <p:spPr>
          <a:xfrm>
            <a:off x="904401" y="2712117"/>
            <a:ext cx="10910228" cy="1543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Decimal </a:t>
            </a:r>
          </a:p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Octal</a:t>
            </a:r>
            <a:endParaRPr lang="en-US" sz="6472" dirty="0">
              <a:solidFill>
                <a:srgbClr val="022033"/>
              </a:solidFill>
              <a:latin typeface="Childling"/>
              <a:ea typeface="Childling"/>
              <a:cs typeface="Childling"/>
              <a:sym typeface="Childling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8483950-EA87-2B7B-288D-C22FC97184DA}"/>
              </a:ext>
            </a:extLst>
          </p:cNvPr>
          <p:cNvSpPr txBox="1"/>
          <p:nvPr/>
        </p:nvSpPr>
        <p:spPr>
          <a:xfrm>
            <a:off x="3243916" y="2744632"/>
            <a:ext cx="6176311" cy="294875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2F13387-8EF0-9AB3-3E99-C9604CEDFEA2}"/>
              </a:ext>
            </a:extLst>
          </p:cNvPr>
          <p:cNvSpPr/>
          <p:nvPr/>
        </p:nvSpPr>
        <p:spPr>
          <a:xfrm rot="1137161">
            <a:off x="11344330" y="1724794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8BE9111-8DD1-571E-A272-0C3F22FBA83C}"/>
              </a:ext>
            </a:extLst>
          </p:cNvPr>
          <p:cNvSpPr/>
          <p:nvPr/>
        </p:nvSpPr>
        <p:spPr>
          <a:xfrm rot="4333730">
            <a:off x="10353841" y="4501247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CA19501-7C2A-6DAD-1F27-94A3F842BE9B}"/>
              </a:ext>
            </a:extLst>
          </p:cNvPr>
          <p:cNvSpPr/>
          <p:nvPr/>
        </p:nvSpPr>
        <p:spPr>
          <a:xfrm rot="545397">
            <a:off x="10152771" y="-2586227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735C13-B89D-BDE4-B339-42AF2E3E1196}"/>
              </a:ext>
            </a:extLst>
          </p:cNvPr>
          <p:cNvSpPr/>
          <p:nvPr/>
        </p:nvSpPr>
        <p:spPr>
          <a:xfrm rot="5400000">
            <a:off x="6739106" y="-2548139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04046A2-4EF1-AF8D-17AA-770BEF55C001}"/>
              </a:ext>
            </a:extLst>
          </p:cNvPr>
          <p:cNvSpPr/>
          <p:nvPr/>
        </p:nvSpPr>
        <p:spPr>
          <a:xfrm rot="-459995">
            <a:off x="2933016" y="-2202180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8FD45CB-C938-656B-9CF0-D89142814A7C}"/>
              </a:ext>
            </a:extLst>
          </p:cNvPr>
          <p:cNvSpPr/>
          <p:nvPr/>
        </p:nvSpPr>
        <p:spPr>
          <a:xfrm rot="7491922">
            <a:off x="-1928991" y="-3324720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16A81B0-BE72-DE9A-79BE-0DC6B84250EE}"/>
              </a:ext>
            </a:extLst>
          </p:cNvPr>
          <p:cNvSpPr/>
          <p:nvPr/>
        </p:nvSpPr>
        <p:spPr>
          <a:xfrm rot="6784072">
            <a:off x="-2297745" y="2021165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38409AA-3D64-8807-68DA-DD64F5DAE4CF}"/>
              </a:ext>
            </a:extLst>
          </p:cNvPr>
          <p:cNvSpPr/>
          <p:nvPr/>
        </p:nvSpPr>
        <p:spPr>
          <a:xfrm rot="-459995">
            <a:off x="-1120936" y="5254817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4765EEA-1543-7571-CDE4-4E559C5832C6}"/>
              </a:ext>
            </a:extLst>
          </p:cNvPr>
          <p:cNvSpPr/>
          <p:nvPr/>
        </p:nvSpPr>
        <p:spPr>
          <a:xfrm rot="-2259001">
            <a:off x="2518650" y="5627153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88CF26F-9C3C-A752-DBB8-B80CC2E47CA5}"/>
              </a:ext>
            </a:extLst>
          </p:cNvPr>
          <p:cNvSpPr/>
          <p:nvPr/>
        </p:nvSpPr>
        <p:spPr>
          <a:xfrm rot="6784072">
            <a:off x="5358668" y="6384774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E693987-B71C-CFE2-DC06-8BB1641E3A59}"/>
              </a:ext>
            </a:extLst>
          </p:cNvPr>
          <p:cNvSpPr/>
          <p:nvPr/>
        </p:nvSpPr>
        <p:spPr>
          <a:xfrm rot="-459995">
            <a:off x="7339162" y="6163863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36501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91519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To change a decimal number into octal, divide the number by 8 and write down the remainders.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05877"/>
              </p:ext>
            </p:extLst>
          </p:nvPr>
        </p:nvGraphicFramePr>
        <p:xfrm>
          <a:off x="1275243" y="2632166"/>
          <a:ext cx="9641511" cy="2316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5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884">
                <a:tc>
                  <a:txBody>
                    <a:bodyPr/>
                    <a:lstStyle/>
                    <a:p>
                      <a:r>
                        <a:rPr lang="en-US" sz="3200" dirty="0"/>
                        <a:t>step 1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Divide the number by 8 and write the remainder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sz="3200" dirty="0"/>
                        <a:t>step 2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Divide the quotient by 8 and write the remainder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dirty="0"/>
                        <a:t>step 3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Repeat these steps until the quotient becomes 0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84">
                <a:tc>
                  <a:txBody>
                    <a:bodyPr/>
                    <a:lstStyle/>
                    <a:p>
                      <a:r>
                        <a:rPr lang="en-US" sz="3200" dirty="0"/>
                        <a:t>step 4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Write the remainders from </a:t>
                      </a:r>
                      <a:r>
                        <a:rPr lang="en-US" sz="3200" b="1" dirty="0"/>
                        <a:t>bottom to top order</a:t>
                      </a:r>
                      <a:endPara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728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5790" y="-3661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Example(Division-remainder method)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245" y="1196272"/>
            <a:ext cx="10619509" cy="63638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Decimal to Octal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(95)₁₀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Remainders from Bottom to Top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(95)₁₀ = (137)₈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prefix form of the octal number is 0o137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Significant Digit (MSD): 1 (leftmost)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Significant Digit(LSD): 7 (rightmost)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0FDCB1-A282-BB16-1053-548C04142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158412"/>
              </p:ext>
            </p:extLst>
          </p:nvPr>
        </p:nvGraphicFramePr>
        <p:xfrm>
          <a:off x="786245" y="2183639"/>
          <a:ext cx="81279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61635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515272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431973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Divide by 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Quotient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Remainder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88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95</a:t>
                      </a:r>
                      <a:r>
                        <a:rPr lang="en-IN" sz="2400" dirty="0"/>
                        <a:t>÷ 8=11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680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11 ÷ 8=1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5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 ÷ 8=0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440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9E9A-634A-403A-2E33-BE54A8C8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A0C8-DFB0-1E1F-3475-D131C16F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942" y="-20241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7238-B09C-18DD-C405-969FB37C4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6982"/>
                <a:ext cx="10515600" cy="48099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Instruction:</a:t>
                </a:r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dirty="0"/>
                  <a:t>Convert decimal to Octal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US" dirty="0"/>
                  <a:t>Identify </a:t>
                </a:r>
                <a:r>
                  <a:rPr lang="en-US" dirty="0">
                    <a:latin typeface="Arial" panose="020B0604020202020204" pitchFamily="34" charset="0"/>
                  </a:rPr>
                  <a:t>l</a:t>
                </a:r>
                <a:r>
                  <a:rPr lang="en-US" altLang="en-US" dirty="0">
                    <a:latin typeface="Arial" panose="020B0604020202020204" pitchFamily="34" charset="0"/>
                  </a:rPr>
                  <a:t>east significant digit and most </a:t>
                </a:r>
                <a:r>
                  <a:rPr lang="en-US" altLang="en-US">
                    <a:latin typeface="Arial" panose="020B0604020202020204" pitchFamily="34" charset="0"/>
                  </a:rPr>
                  <a:t>significant digit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33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ar-AE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ar-AE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7238-B09C-18DD-C405-969FB37C4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6982"/>
                <a:ext cx="10515600" cy="4809981"/>
              </a:xfrm>
              <a:blipFill>
                <a:blip r:embed="rId2"/>
                <a:stretch>
                  <a:fillRect l="-1217" t="-20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07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2227-3C7F-EA00-8F18-ADCBF0F4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854" y="-369166"/>
            <a:ext cx="10515600" cy="1325563"/>
          </a:xfrm>
        </p:spPr>
        <p:txBody>
          <a:bodyPr/>
          <a:lstStyle/>
          <a:p>
            <a:r>
              <a:rPr lang="en-US" dirty="0"/>
              <a:t>Answer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40611-2C15-1743-8160-F3AEE8547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5964" y="145581"/>
                <a:ext cx="11554691" cy="6566838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AutoNum type="arabicPeriod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IN" sz="2400" dirty="0"/>
                  <a:t>Step 1: Divide 14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2: Divide the quotient (1)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3: Write remainders from bottom to top → 16</a:t>
                </a:r>
              </a:p>
              <a:p>
                <a:pPr marL="0" indent="0">
                  <a:buNone/>
                </a:pPr>
                <a:r>
                  <a:rPr lang="en-IN" sz="2400" dirty="0"/>
                  <a:t>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ar-AE" sz="2400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IN" sz="2400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33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IN" sz="2400" dirty="0"/>
                  <a:t>Step 1: Divide 33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2: Divide the quotient (4)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3: Write remainders from bottom to top → 41</a:t>
                </a:r>
              </a:p>
              <a:p>
                <a:pPr marL="0" indent="0">
                  <a:buNone/>
                </a:pPr>
                <a:r>
                  <a:rPr lang="en-IN" sz="2400" dirty="0"/>
                  <a:t>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33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ar-AE" sz="2400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endParaRPr lang="ar-AE" sz="20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40611-2C15-1743-8160-F3AEE8547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5964" y="145581"/>
                <a:ext cx="11554691" cy="6566838"/>
              </a:xfrm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394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26EDE-B037-0627-02D3-9E17E48937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691" y="190787"/>
                <a:ext cx="10910454" cy="654252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IN" sz="2400" dirty="0"/>
                  <a:t>Step 1: Divide 50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2: Divide the quotient (6)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3: Write remainders from bottom to top → 62</a:t>
                </a:r>
              </a:p>
              <a:p>
                <a:pPr marL="0" indent="0">
                  <a:buNone/>
                </a:pPr>
                <a:r>
                  <a:rPr lang="en-IN" sz="2400" dirty="0"/>
                  <a:t> 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ar-AE" sz="2400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62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IN" sz="2400" dirty="0"/>
                  <a:t>4.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IN" sz="2400" dirty="0"/>
                  <a:t>to octal</a:t>
                </a:r>
              </a:p>
              <a:p>
                <a:pPr marL="0" indent="0">
                  <a:buNone/>
                </a:pPr>
                <a:r>
                  <a:rPr lang="en-IN" sz="2400" dirty="0"/>
                  <a:t>Step 1: Divide 7 by 8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m:rPr>
                        <m:nor/>
                      </m:rPr>
                      <a:rPr lang="en-IN" sz="2400" i="1"/>
                      <m:t>remainder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b="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Step 2: Only one division needed. Remainder → 7</a:t>
                </a:r>
              </a:p>
              <a:p>
                <a:pPr marL="0" indent="0">
                  <a:buNone/>
                </a:pPr>
                <a:r>
                  <a:rPr lang="en-IN" sz="2400" dirty="0"/>
                  <a:t>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ar-AE" sz="2400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ar-AE" sz="2400" dirty="0"/>
              </a:p>
              <a:p>
                <a:endParaRPr lang="en-US" sz="2400" dirty="0"/>
              </a:p>
              <a:p>
                <a:endParaRPr lang="ar-AE" sz="2400" dirty="0"/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26EDE-B037-0627-02D3-9E17E48937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691" y="190787"/>
                <a:ext cx="10910454" cy="6542522"/>
              </a:xfrm>
              <a:blipFill>
                <a:blip r:embed="rId2"/>
                <a:stretch>
                  <a:fillRect l="-838" t="-13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204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36759-C1A4-CB0F-F62E-BC046B7B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3CEDCF3-0CFB-ED81-50A2-4507589D136F}"/>
              </a:ext>
            </a:extLst>
          </p:cNvPr>
          <p:cNvSpPr txBox="1"/>
          <p:nvPr/>
        </p:nvSpPr>
        <p:spPr>
          <a:xfrm>
            <a:off x="904401" y="2712117"/>
            <a:ext cx="10910228" cy="1543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Decimal to Hexadecimal</a:t>
            </a:r>
            <a:endParaRPr lang="en-US" sz="6472" dirty="0">
              <a:solidFill>
                <a:srgbClr val="022033"/>
              </a:solidFill>
              <a:latin typeface="Childling"/>
              <a:ea typeface="Childling"/>
              <a:cs typeface="Childling"/>
              <a:sym typeface="Childling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0CA2FC-CA38-DDF2-6D60-60841D14B157}"/>
              </a:ext>
            </a:extLst>
          </p:cNvPr>
          <p:cNvSpPr txBox="1"/>
          <p:nvPr/>
        </p:nvSpPr>
        <p:spPr>
          <a:xfrm>
            <a:off x="3243916" y="2744632"/>
            <a:ext cx="6176311" cy="294875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D53F99C-62A6-A41A-0B57-DB9AD3B797CB}"/>
              </a:ext>
            </a:extLst>
          </p:cNvPr>
          <p:cNvSpPr/>
          <p:nvPr/>
        </p:nvSpPr>
        <p:spPr>
          <a:xfrm rot="1137161">
            <a:off x="11344330" y="1724794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1C117DD-F9EC-1479-2DFE-29D741D4D9F7}"/>
              </a:ext>
            </a:extLst>
          </p:cNvPr>
          <p:cNvSpPr/>
          <p:nvPr/>
        </p:nvSpPr>
        <p:spPr>
          <a:xfrm rot="4333730">
            <a:off x="10353841" y="4501247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1D09F0A-6AE9-D91E-51B3-909B0D5B83A3}"/>
              </a:ext>
            </a:extLst>
          </p:cNvPr>
          <p:cNvSpPr/>
          <p:nvPr/>
        </p:nvSpPr>
        <p:spPr>
          <a:xfrm rot="545397">
            <a:off x="10152771" y="-2586227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1A8EDFC-DCA1-6E07-7925-1CE2C5B805CE}"/>
              </a:ext>
            </a:extLst>
          </p:cNvPr>
          <p:cNvSpPr/>
          <p:nvPr/>
        </p:nvSpPr>
        <p:spPr>
          <a:xfrm rot="5400000">
            <a:off x="6739106" y="-2548139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4E2B1D9-E533-67CC-4ECC-30081EB10184}"/>
              </a:ext>
            </a:extLst>
          </p:cNvPr>
          <p:cNvSpPr/>
          <p:nvPr/>
        </p:nvSpPr>
        <p:spPr>
          <a:xfrm rot="-459995">
            <a:off x="2933016" y="-2202180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0923302-449D-2E9D-3354-2ADB4BDC0788}"/>
              </a:ext>
            </a:extLst>
          </p:cNvPr>
          <p:cNvSpPr/>
          <p:nvPr/>
        </p:nvSpPr>
        <p:spPr>
          <a:xfrm rot="7491922">
            <a:off x="-1928991" y="-3324720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22B2E64-A847-D8AE-788A-E05DC0DE2593}"/>
              </a:ext>
            </a:extLst>
          </p:cNvPr>
          <p:cNvSpPr/>
          <p:nvPr/>
        </p:nvSpPr>
        <p:spPr>
          <a:xfrm rot="6784072">
            <a:off x="-2297745" y="2021165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A82A670-FB4E-D4E4-01DB-E17E26A6C961}"/>
              </a:ext>
            </a:extLst>
          </p:cNvPr>
          <p:cNvSpPr/>
          <p:nvPr/>
        </p:nvSpPr>
        <p:spPr>
          <a:xfrm rot="-459995">
            <a:off x="-1120936" y="5254817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A4857DF-7573-C04B-9487-770915B37758}"/>
              </a:ext>
            </a:extLst>
          </p:cNvPr>
          <p:cNvSpPr/>
          <p:nvPr/>
        </p:nvSpPr>
        <p:spPr>
          <a:xfrm rot="-2259001">
            <a:off x="2518650" y="5627153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5F2C1D0-19B9-1234-5356-0D2955DE1433}"/>
              </a:ext>
            </a:extLst>
          </p:cNvPr>
          <p:cNvSpPr/>
          <p:nvPr/>
        </p:nvSpPr>
        <p:spPr>
          <a:xfrm rot="6784072">
            <a:off x="5358668" y="6384774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2DC0AA8-65B3-D8DD-606C-AD8845182E7B}"/>
              </a:ext>
            </a:extLst>
          </p:cNvPr>
          <p:cNvSpPr/>
          <p:nvPr/>
        </p:nvSpPr>
        <p:spPr>
          <a:xfrm rot="-459995">
            <a:off x="7339162" y="6163863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64260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29" y="796836"/>
            <a:ext cx="12192000" cy="5032375"/>
          </a:xfrm>
        </p:spPr>
        <p:txBody>
          <a:bodyPr>
            <a:normAutofit/>
          </a:bodyPr>
          <a:lstStyle/>
          <a:p>
            <a:r>
              <a:rPr lang="en-US" sz="3200" dirty="0"/>
              <a:t>To change a decimal number into hexadecimal, divide the number by 16 and write down the remainders.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58880"/>
              </p:ext>
            </p:extLst>
          </p:nvPr>
        </p:nvGraphicFramePr>
        <p:xfrm>
          <a:off x="888917" y="2346190"/>
          <a:ext cx="10414165" cy="32461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1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1541">
                <a:tc>
                  <a:txBody>
                    <a:bodyPr/>
                    <a:lstStyle/>
                    <a:p>
                      <a:r>
                        <a:rPr lang="en-US" sz="3200" dirty="0"/>
                        <a:t>step 1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Divide the number by 16 and write the remainder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41">
                <a:tc>
                  <a:txBody>
                    <a:bodyPr/>
                    <a:lstStyle/>
                    <a:p>
                      <a:r>
                        <a:rPr lang="en-US" sz="3200" dirty="0"/>
                        <a:t>step 2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Divide the quotient by 16 and write the remainder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41">
                <a:tc>
                  <a:txBody>
                    <a:bodyPr/>
                    <a:lstStyle/>
                    <a:p>
                      <a:r>
                        <a:rPr lang="en-US" sz="3200" dirty="0"/>
                        <a:t>step 3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Repeat these steps until the quotient becomes 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41">
                <a:tc>
                  <a:txBody>
                    <a:bodyPr/>
                    <a:lstStyle/>
                    <a:p>
                      <a:r>
                        <a:rPr lang="en-US" sz="3200" dirty="0"/>
                        <a:t>step 4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Write the remainders from bottom to top order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464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3803" y="239473"/>
            <a:ext cx="10260610" cy="46067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Example(Division-remainder method)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4" y="532654"/>
            <a:ext cx="10640291" cy="65059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254₁₀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  <a:p>
            <a:r>
              <a:rPr lang="en-IN" sz="2400" dirty="0"/>
              <a:t>In hexadecimal: </a:t>
            </a:r>
          </a:p>
          <a:p>
            <a:pPr marL="0" indent="0">
              <a:buNone/>
            </a:pPr>
            <a:r>
              <a:rPr lang="en-IN" sz="2400" dirty="0"/>
              <a:t>10 → A </a:t>
            </a:r>
          </a:p>
          <a:p>
            <a:pPr marL="0" indent="0">
              <a:buNone/>
            </a:pPr>
            <a:r>
              <a:rPr lang="en-IN" sz="2400" dirty="0"/>
              <a:t>11 → B </a:t>
            </a:r>
          </a:p>
          <a:p>
            <a:pPr marL="0" indent="0">
              <a:buNone/>
            </a:pPr>
            <a:r>
              <a:rPr lang="en-IN" sz="2400" dirty="0"/>
              <a:t>12 → C </a:t>
            </a:r>
          </a:p>
          <a:p>
            <a:pPr marL="0" indent="0">
              <a:buNone/>
            </a:pPr>
            <a:r>
              <a:rPr lang="en-IN" sz="2400" dirty="0"/>
              <a:t>13 → D </a:t>
            </a:r>
          </a:p>
          <a:p>
            <a:pPr marL="0" indent="0">
              <a:buNone/>
            </a:pPr>
            <a:r>
              <a:rPr lang="en-IN" sz="2400" dirty="0"/>
              <a:t>14 → E </a:t>
            </a:r>
          </a:p>
          <a:p>
            <a:pPr marL="0" indent="0">
              <a:buNone/>
            </a:pPr>
            <a:r>
              <a:rPr lang="en-IN" sz="2400" dirty="0"/>
              <a:t>15 → F </a:t>
            </a:r>
          </a:p>
          <a:p>
            <a:pPr marL="0" indent="0">
              <a:buNone/>
            </a:pPr>
            <a:r>
              <a:rPr lang="en-IN" sz="2400" dirty="0"/>
              <a:t>Remainders from bottom to top: 15 → F, 14 → E </a:t>
            </a:r>
          </a:p>
          <a:p>
            <a:pPr marL="0" indent="0">
              <a:buNone/>
            </a:pPr>
            <a:r>
              <a:rPr lang="en-IN" sz="2400" dirty="0"/>
              <a:t>254₁₀ = FE₁₆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prefix form of the hexadecimal number is 0xFE.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433442-7EF7-56F8-3C5C-5D7C2AE50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413198"/>
              </p:ext>
            </p:extLst>
          </p:nvPr>
        </p:nvGraphicFramePr>
        <p:xfrm>
          <a:off x="1907309" y="700151"/>
          <a:ext cx="812799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788963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918998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9118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Divide by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Quotient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Remainder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408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16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254 ÷ 16=15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14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39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16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15 ÷ 16=0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15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377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69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4C7C-FF3C-6DD7-8D68-C5F948D3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1097-73FB-37F7-7C01-83FA1B339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028" y="-7275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E63F1-4A62-D532-C51F-F869D019E0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6400" y="1252812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3200" b="1" dirty="0"/>
                  <a:t>Instructions:</a:t>
                </a:r>
              </a:p>
              <a:p>
                <a:pPr marL="0" indent="0">
                  <a:buNone/>
                </a:pPr>
                <a:endParaRPr lang="en-IN" sz="3200" b="1" dirty="0"/>
              </a:p>
              <a:p>
                <a:pPr marL="0" indent="0">
                  <a:buNone/>
                </a:pPr>
                <a:r>
                  <a:rPr lang="en-IN" sz="3200" dirty="0"/>
                  <a:t>Convert Decimal to Hexadecimal</a:t>
                </a:r>
                <a:endParaRPr lang="en-US" sz="32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26</m:t>
                        </m:r>
                      </m:e>
                      <m:sub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ar-AE" sz="32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59</m:t>
                        </m:r>
                      </m:e>
                      <m:sub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ar-AE" sz="32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124</m:t>
                        </m:r>
                      </m:e>
                      <m:sub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E63F1-4A62-D532-C51F-F869D019E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6400" y="1252812"/>
                <a:ext cx="10515600" cy="4726854"/>
              </a:xfrm>
              <a:blipFill>
                <a:blip r:embed="rId2"/>
                <a:stretch>
                  <a:fillRect l="-1449" t="-27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326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CF71-4D16-501E-9022-5F27CC13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9A8B-D761-2E85-AD6A-941F4EEE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028" y="-7275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FE3F0-7894-447A-FFF4-CF22053F3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501"/>
            <a:ext cx="10515600" cy="6263482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IN" sz="2400" dirty="0"/>
              <a:t>26₁₀ </a:t>
            </a:r>
          </a:p>
          <a:p>
            <a:pPr marL="0" indent="0">
              <a:buNone/>
            </a:pPr>
            <a:r>
              <a:rPr lang="en-US" sz="2400" dirty="0"/>
              <a:t>Step 1: </a:t>
            </a:r>
          </a:p>
          <a:p>
            <a:pPr marL="0" indent="0">
              <a:buNone/>
            </a:pPr>
            <a:r>
              <a:rPr lang="en-US" sz="2400" dirty="0"/>
              <a:t>26 ÷ 16 = 1  remainder 10</a:t>
            </a:r>
          </a:p>
          <a:p>
            <a:pPr marL="0" indent="0">
              <a:buNone/>
            </a:pPr>
            <a:r>
              <a:rPr lang="en-US" sz="2400" dirty="0"/>
              <a:t>Step 2: 1 ÷ 16 = 0  remainder 1</a:t>
            </a:r>
          </a:p>
          <a:p>
            <a:pPr marL="0" indent="0">
              <a:buNone/>
            </a:pPr>
            <a:r>
              <a:rPr lang="en-US" sz="2400" dirty="0"/>
              <a:t>10 = A in Hex</a:t>
            </a:r>
          </a:p>
          <a:p>
            <a:pPr marL="0" indent="0">
              <a:buNone/>
            </a:pPr>
            <a:r>
              <a:rPr lang="en-US" sz="2400" dirty="0"/>
              <a:t>Read from bottom to top: 1A</a:t>
            </a:r>
          </a:p>
          <a:p>
            <a:pPr marL="0" indent="0">
              <a:buNone/>
            </a:pPr>
            <a:r>
              <a:rPr lang="en-IN" sz="2400" dirty="0"/>
              <a:t>26₁₀ = </a:t>
            </a:r>
            <a:r>
              <a:rPr lang="en-US" sz="2400" dirty="0"/>
              <a:t>1A₁₆</a:t>
            </a:r>
          </a:p>
          <a:p>
            <a:pPr marL="0" indent="0">
              <a:buNone/>
            </a:pPr>
            <a:r>
              <a:rPr lang="en-US" sz="2400" dirty="0"/>
              <a:t>Prefix form: Ox1A</a:t>
            </a:r>
          </a:p>
        </p:txBody>
      </p:sp>
    </p:spTree>
    <p:extLst>
      <p:ext uri="{BB962C8B-B14F-4D97-AF65-F5344CB8AC3E}">
        <p14:creationId xmlns:p14="http://schemas.microsoft.com/office/powerpoint/2010/main" val="1528289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E01D-54BF-C5B8-AB30-86E4BBC50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9ED6B-CAE6-2ED1-D8C1-D60FFF35C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727" y="0"/>
                <a:ext cx="11623964" cy="6858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2.</a:t>
                </a:r>
                <a:r>
                  <a:rPr lang="en-IN" sz="2000" dirty="0">
                    <a:cs typeface="+mj-cs"/>
                  </a:rPr>
                  <a:t> 59₁₀</a:t>
                </a:r>
                <a:endParaRPr lang="en-US" sz="2000" dirty="0">
                  <a:cs typeface="+mj-cs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 Step 1: 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59 ÷ 16 = 3 remainder 11 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Step 2: 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3 ÷ 16 = 0 remainder 3</a:t>
                </a:r>
              </a:p>
              <a:p>
                <a:pPr marL="0" indent="0">
                  <a:buNone/>
                </a:pPr>
                <a:r>
                  <a:rPr lang="en-US" sz="2000" dirty="0"/>
                  <a:t>11 = B in Hex</a:t>
                </a:r>
              </a:p>
              <a:p>
                <a:pPr marL="0" indent="0">
                  <a:buNone/>
                </a:pPr>
                <a:r>
                  <a:rPr lang="en-US" sz="2000" dirty="0"/>
                  <a:t>Read from bottom to top: 3B</a:t>
                </a:r>
                <a:endParaRPr lang="en-US" sz="2000" dirty="0">
                  <a:cs typeface="+mj-cs"/>
                </a:endParaRPr>
              </a:p>
              <a:p>
                <a:pPr marL="0" indent="0">
                  <a:buNone/>
                </a:pPr>
                <a:r>
                  <a:rPr lang="en-IN" sz="2000" dirty="0"/>
                  <a:t>59₁₀</a:t>
                </a:r>
                <a:r>
                  <a:rPr lang="en-US" sz="2000" dirty="0"/>
                  <a:t>= </a:t>
                </a:r>
                <a:r>
                  <a:rPr lang="en-US" sz="2000" dirty="0">
                    <a:cs typeface="+mj-cs"/>
                  </a:rPr>
                  <a:t>3B₁₆.                                          </a:t>
                </a:r>
                <a:r>
                  <a:rPr lang="en-US" sz="2000" dirty="0"/>
                  <a:t>Prefix form:0x3B</a:t>
                </a:r>
              </a:p>
              <a:p>
                <a:pPr marL="0" indent="0">
                  <a:buNone/>
                </a:pPr>
                <a:endParaRPr lang="en-US" sz="2000" dirty="0">
                  <a:cs typeface="+mj-cs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cs typeface="+mj-cs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124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IN" sz="2000" dirty="0">
                  <a:cs typeface="+mj-cs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Step 1: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 124 ÷ 16 = 7 remainder 12 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Step 2: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+mj-cs"/>
                  </a:rPr>
                  <a:t> 7 ÷ 16 = 0 remainder 7</a:t>
                </a:r>
              </a:p>
              <a:p>
                <a:pPr marL="0" indent="0">
                  <a:buNone/>
                </a:pPr>
                <a:r>
                  <a:rPr lang="en-US" sz="2000" dirty="0"/>
                  <a:t> 12 = C in Hex</a:t>
                </a:r>
              </a:p>
              <a:p>
                <a:pPr marL="0" indent="0">
                  <a:buNone/>
                </a:pPr>
                <a:r>
                  <a:rPr lang="en-US" sz="2000" dirty="0"/>
                  <a:t>Read from bottom to top: 7C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124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cs typeface="+mj-cs"/>
                  </a:rPr>
                  <a:t>7C₁₆.                                    Prefix form: 0x7C</a:t>
                </a:r>
                <a:endParaRPr lang="ar-AE" sz="2000" dirty="0">
                  <a:cs typeface="+mj-cs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9ED6B-CAE6-2ED1-D8C1-D60FFF35C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727" y="0"/>
                <a:ext cx="11623964" cy="6858000"/>
              </a:xfrm>
              <a:blipFill>
                <a:blip r:embed="rId2"/>
                <a:stretch>
                  <a:fillRect l="-577" t="-889" b="-6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289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C55-625E-0A0A-ECFA-5098D711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7DB3A7F-E787-B439-F9BD-B429A5189CB5}"/>
              </a:ext>
            </a:extLst>
          </p:cNvPr>
          <p:cNvSpPr txBox="1"/>
          <p:nvPr/>
        </p:nvSpPr>
        <p:spPr>
          <a:xfrm>
            <a:off x="904401" y="2712117"/>
            <a:ext cx="10910228" cy="77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4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472" dirty="0">
              <a:solidFill>
                <a:srgbClr val="022033"/>
              </a:solidFill>
              <a:latin typeface="Childling"/>
              <a:ea typeface="Childling"/>
              <a:cs typeface="Childling"/>
              <a:sym typeface="Childling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8EA40F-1493-ABA5-E27B-FF44A8D068EF}"/>
              </a:ext>
            </a:extLst>
          </p:cNvPr>
          <p:cNvSpPr txBox="1"/>
          <p:nvPr/>
        </p:nvSpPr>
        <p:spPr>
          <a:xfrm>
            <a:off x="3243916" y="2744632"/>
            <a:ext cx="6176311" cy="294875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8D7D92D-C1F1-200A-B45C-F5A69F1E96D0}"/>
              </a:ext>
            </a:extLst>
          </p:cNvPr>
          <p:cNvSpPr/>
          <p:nvPr/>
        </p:nvSpPr>
        <p:spPr>
          <a:xfrm rot="1137161">
            <a:off x="11344330" y="1724794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2D83D7C-D15D-C2A3-2C5F-897EE0DCE17B}"/>
              </a:ext>
            </a:extLst>
          </p:cNvPr>
          <p:cNvSpPr/>
          <p:nvPr/>
        </p:nvSpPr>
        <p:spPr>
          <a:xfrm rot="4333730">
            <a:off x="10353841" y="4501247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235C020-1976-0636-1D4A-4E9BBE77463B}"/>
              </a:ext>
            </a:extLst>
          </p:cNvPr>
          <p:cNvSpPr/>
          <p:nvPr/>
        </p:nvSpPr>
        <p:spPr>
          <a:xfrm rot="545397">
            <a:off x="10152771" y="-2586227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075B5A5-F18D-94B7-EB7C-D0BCA0960A72}"/>
              </a:ext>
            </a:extLst>
          </p:cNvPr>
          <p:cNvSpPr/>
          <p:nvPr/>
        </p:nvSpPr>
        <p:spPr>
          <a:xfrm rot="5400000">
            <a:off x="6739106" y="-2548139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E18EB94-8B63-DFD1-AE1C-F73352A23063}"/>
              </a:ext>
            </a:extLst>
          </p:cNvPr>
          <p:cNvSpPr/>
          <p:nvPr/>
        </p:nvSpPr>
        <p:spPr>
          <a:xfrm rot="-459995">
            <a:off x="2933016" y="-2202180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5311742-951A-1A3A-999D-1C9993D3829A}"/>
              </a:ext>
            </a:extLst>
          </p:cNvPr>
          <p:cNvSpPr/>
          <p:nvPr/>
        </p:nvSpPr>
        <p:spPr>
          <a:xfrm rot="7491922">
            <a:off x="-1928991" y="-3324720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F63239F-767E-506E-6170-4DC843BC00B8}"/>
              </a:ext>
            </a:extLst>
          </p:cNvPr>
          <p:cNvSpPr/>
          <p:nvPr/>
        </p:nvSpPr>
        <p:spPr>
          <a:xfrm rot="6784072">
            <a:off x="-2297745" y="2021165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6F580F4-C4CA-850C-3791-CC0AD8CD5C1A}"/>
              </a:ext>
            </a:extLst>
          </p:cNvPr>
          <p:cNvSpPr/>
          <p:nvPr/>
        </p:nvSpPr>
        <p:spPr>
          <a:xfrm rot="-459995">
            <a:off x="-1120936" y="5254817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456E60B-054D-4DC5-3F65-5625AC51BC0E}"/>
              </a:ext>
            </a:extLst>
          </p:cNvPr>
          <p:cNvSpPr/>
          <p:nvPr/>
        </p:nvSpPr>
        <p:spPr>
          <a:xfrm rot="-2259001">
            <a:off x="2518650" y="5627153"/>
            <a:ext cx="4828032" cy="5486400"/>
          </a:xfrm>
          <a:custGeom>
            <a:avLst/>
            <a:gdLst/>
            <a:ahLst/>
            <a:cxnLst/>
            <a:rect l="l" t="t" r="r" b="b"/>
            <a:pathLst>
              <a:path w="7242048" h="8229600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C0AC433-DAE6-6BE7-2313-28D2B918DF5D}"/>
              </a:ext>
            </a:extLst>
          </p:cNvPr>
          <p:cNvSpPr/>
          <p:nvPr/>
        </p:nvSpPr>
        <p:spPr>
          <a:xfrm rot="6784072">
            <a:off x="5358668" y="6384774"/>
            <a:ext cx="3961525" cy="3171437"/>
          </a:xfrm>
          <a:custGeom>
            <a:avLst/>
            <a:gdLst/>
            <a:ahLst/>
            <a:cxnLst/>
            <a:rect l="l" t="t" r="r" b="b"/>
            <a:pathLst>
              <a:path w="5942288" h="4757155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E2470F3-1B3E-D8CC-029E-9968E775387D}"/>
              </a:ext>
            </a:extLst>
          </p:cNvPr>
          <p:cNvSpPr/>
          <p:nvPr/>
        </p:nvSpPr>
        <p:spPr>
          <a:xfrm rot="-459995">
            <a:off x="7339162" y="6163863"/>
            <a:ext cx="4005157" cy="3206366"/>
          </a:xfrm>
          <a:custGeom>
            <a:avLst/>
            <a:gdLst/>
            <a:ahLst/>
            <a:cxnLst/>
            <a:rect l="l" t="t" r="r" b="b"/>
            <a:pathLst>
              <a:path w="6007735" h="4809549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2420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1377</Words>
  <Application>Microsoft Office PowerPoint</Application>
  <PresentationFormat>Widescreen</PresentationFormat>
  <Paragraphs>273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Algerian</vt:lpstr>
      <vt:lpstr>Arial</vt:lpstr>
      <vt:lpstr>Calibri</vt:lpstr>
      <vt:lpstr>Calibri Light</vt:lpstr>
      <vt:lpstr>Cambria Math</vt:lpstr>
      <vt:lpstr>Childling</vt:lpstr>
      <vt:lpstr>Times New Roman</vt:lpstr>
      <vt:lpstr>Wingdings</vt:lpstr>
      <vt:lpstr>Office Theme</vt:lpstr>
      <vt:lpstr>PowerPoint Presentation</vt:lpstr>
      <vt:lpstr>Lesson objectives</vt:lpstr>
      <vt:lpstr>PowerPoint Presentation</vt:lpstr>
      <vt:lpstr>PowerPoint Presentation</vt:lpstr>
      <vt:lpstr>PowerPoint Presentation</vt:lpstr>
      <vt:lpstr>Example(Grouping Method)   </vt:lpstr>
      <vt:lpstr>Activity</vt:lpstr>
      <vt:lpstr>Answer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Answers</vt:lpstr>
      <vt:lpstr>PowerPoint Presentation</vt:lpstr>
      <vt:lpstr>PowerPoint Presentation</vt:lpstr>
      <vt:lpstr>PowerPoint Presentation</vt:lpstr>
      <vt:lpstr>Example(Division-remainder method)</vt:lpstr>
      <vt:lpstr>Activity</vt:lpstr>
      <vt:lpstr>Answer</vt:lpstr>
      <vt:lpstr>PowerPoint Presentation</vt:lpstr>
      <vt:lpstr>PowerPoint Presentation</vt:lpstr>
      <vt:lpstr>PowerPoint Presentation</vt:lpstr>
      <vt:lpstr>Example(Division-remainder method)  </vt:lpstr>
      <vt:lpstr>Activity</vt:lpstr>
      <vt:lpstr>Answer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Dechen Tshomo</cp:lastModifiedBy>
  <cp:revision>90</cp:revision>
  <dcterms:created xsi:type="dcterms:W3CDTF">2026-03-05T18:09:00Z</dcterms:created>
  <dcterms:modified xsi:type="dcterms:W3CDTF">2026-04-12T15:21:52Z</dcterms:modified>
</cp:coreProperties>
</file>